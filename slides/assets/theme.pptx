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931325c8464d5a" /><Relationship Type="http://schemas.openxmlformats.org/officeDocument/2006/relationships/extended-properties" Target="/docProps/app.xml" Id="Rabbd2412691a4b41" /><Relationship Type="http://schemas.openxmlformats.org/officeDocument/2006/relationships/officeDocument" Target="/ppt/presentation.xml" Id="R331b845ddb66487b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90c2e91a291b47ae"/>
    <p:sldMasterId xmlns:r="http://schemas.openxmlformats.org/officeDocument/2006/relationships" id="2147483660" r:id="R77d760e48d8b4051"/>
    <p:sldMasterId xmlns:r="http://schemas.openxmlformats.org/officeDocument/2006/relationships" id="2147483672" r:id="Rd240744672cd4962"/>
  </p:sldMasterIdLst>
  <p:notesMasterIdLst>
    <p:notesMasterId xmlns:r="http://schemas.openxmlformats.org/officeDocument/2006/relationships" r:id="R495f68806c3d4532"/>
  </p:notesMasterIdLst>
  <p:sldIdLst>
    <p:sldId xmlns:r="http://schemas.openxmlformats.org/officeDocument/2006/relationships" id="256" r:id="Rfc65e494ce0c4f1b"/>
  </p:sldIdLst>
  <p:sldSz cx="9144000" cy="5143500"/>
  <p:notesSz cx="6858000" cy="9144000"/>
  <p:embeddedFontLst>
    <p:embeddedFont>
      <p:font typeface="Space Grotesk"/>
      <p:regular xmlns:r="http://schemas.openxmlformats.org/officeDocument/2006/relationships" r:id="Rc8bbf710ea6f4b39"/>
      <p:bold xmlns:r="http://schemas.openxmlformats.org/officeDocument/2006/relationships" r:id="R607d131643da4731"/>
    </p:embeddedFont>
  </p:embeddedFontLst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405D7841-274B-4D02-AC70-5A723B148DC5}">
  <a:tblStyle styleId="{405D7841-274B-4D02-AC70-5A723B148DC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613d9234c44715" /><Relationship Type="http://schemas.openxmlformats.org/officeDocument/2006/relationships/slideMaster" Target="/ppt/slideMasters/slideMaster1.xml" Id="R90c2e91a291b47ae" /><Relationship Type="http://schemas.openxmlformats.org/officeDocument/2006/relationships/slideMaster" Target="/ppt/slideMasters/slideMaster2.xml" Id="R77d760e48d8b4051" /><Relationship Type="http://schemas.openxmlformats.org/officeDocument/2006/relationships/slideMaster" Target="/ppt/slideMasters/slideMaster3.xml" Id="Rd240744672cd4962" /><Relationship Type="http://schemas.openxmlformats.org/officeDocument/2006/relationships/notesMaster" Target="/ppt/notesMasters/notesMaster1.xml" Id="R495f68806c3d4532" /><Relationship Type="http://schemas.openxmlformats.org/officeDocument/2006/relationships/presProps" Target="/ppt/presProps.xml" Id="R944594599b054522" /><Relationship Type="http://schemas.openxmlformats.org/officeDocument/2006/relationships/tableStyles" Target="/ppt/tableStyles.xml" Id="R3c93ee5449c7414d" /><Relationship Type="http://schemas.openxmlformats.org/officeDocument/2006/relationships/font" Target="/ppt/fonts/font.dat" Id="Rc8bbf710ea6f4b39" /><Relationship Type="http://schemas.openxmlformats.org/officeDocument/2006/relationships/font" Target="/ppt/fonts/font2.dat" Id="R607d131643da4731" /><Relationship Type="http://schemas.openxmlformats.org/officeDocument/2006/relationships/slide" Target="/ppt/slides/slide1.xml" Id="Rfc65e494ce0c4f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11a41513bc914b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SoDA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3A64A4"/>
      </a:accent1>
      <a:accent2>
        <a:srgbClr val="0073BB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Dar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56e6d4b87a4989" /><Relationship Type="http://schemas.openxmlformats.org/officeDocument/2006/relationships/notesMaster" Target="/ppt/notesMasters/notesMaster1.xml" Id="R079475c9e1a846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SoDA theme carrier derived from the user-supplied workshop presentation.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503bd4f4794a7f" /><Relationship Type="http://schemas.openxmlformats.org/officeDocument/2006/relationships/image" Target="/ppt/media/image.png" Id="R766d2ff373f4440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478c453851426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6dc7078dc1486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4d7f76769e485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009ce80fec4a5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48343bc2ae484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cdb7b9b265438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05cd5e846a4b7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b5e7399a84479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e85ee08f624e7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167f8add6e410b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cd69bc3a9734dd4" /><Relationship Type="http://schemas.openxmlformats.org/officeDocument/2006/relationships/image" Target="/ppt/media/image.png" Id="R16506fc38fea41bc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b1b8d554edd40fb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ca0793adbff4398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b4628b09d0c4e4b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bcdb4fe96b34a17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a80e88f50e3463d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baa5a0677094a73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5524521e13245cc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80b572d3d1d40fb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eb6771ea1ba4d15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0ff5cec4699496f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a791d0c0824a4ac6" /><Relationship Type="http://schemas.openxmlformats.org/officeDocument/2006/relationships/image" Target="/ppt/media/image.png" Id="R68b919ac974d48bf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7b2252157d8485b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061c3696271438e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79cb18c2c84e43ab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98bf60498fd4b6b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9cb80962c46641d3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97b307c9dbf42d6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40c33ab7bb8c46ff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4a3afeea9ac4e0d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e46d0bfd1cf415f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f2ff6b1e1a34ff4" /></Relationships>
</file>

<file path=ppt/slideLayouts/slideLayout1.xml><?xml version="1.0" encoding="utf-8"?>
<p:sldLayout xmlns:p="http://schemas.openxmlformats.org/presentationml/2006/main" matchingName="Title slide" type="title">
  <p:cSld name="TITLE">
    <p:bg>
      <p:bgPr>
        <a:blipFill xmlns:a="http://schemas.openxmlformats.org/drawingml/2006/main">
          <a:blip xmlns:r="http://schemas.openxmlformats.org/officeDocument/2006/relationships" r:embed="R766d2ff373f44408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2">
            <a:extLst xmlns:a="http://schemas.openxmlformats.org/drawingml/2006/main">
              <a:ext uri="{FF2B5EF4-FFF2-40B4-BE49-F238E27FC236}">
                <a16:creationId xmlns:a16="http://schemas.microsoft.com/office/drawing/2014/main" id="{A7B9B278-895B-4CCA-9386-CA6128E717C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sp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Font typeface="Space Grotesk"/>
              <a:buNone/>
              <a:defRPr sz="5200" b="1">
                <a:latin typeface="Space Grotesk"/>
                <a:ea typeface="Space Grotesk"/>
                <a:cs typeface="Space Grotesk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7" name="Google Shape;17;p2">
            <a:extLst xmlns:a="http://schemas.openxmlformats.org/drawingml/2006/main">
              <a:ext uri="{FF2B5EF4-FFF2-40B4-BE49-F238E27FC236}">
                <a16:creationId xmlns:a16="http://schemas.microsoft.com/office/drawing/2014/main" id="{01443D58-AF8C-4907-B108-C74F55D5F6C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Space Grotesk"/>
              <a:buNone/>
              <a:defRPr sz="2800">
                <a:latin typeface="Space Grotesk"/>
                <a:ea typeface="Space Grotesk"/>
                <a:cs typeface="Space Grotesk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8" name="Google Shape;18;p2">
            <a:extLst xmlns:a="http://schemas.openxmlformats.org/drawingml/2006/main">
              <a:ext uri="{FF2B5EF4-FFF2-40B4-BE49-F238E27FC236}">
                <a16:creationId xmlns:a16="http://schemas.microsoft.com/office/drawing/2014/main" id="{8C0D86F7-7C36-4757-8291-64303B5A72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3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C0222C27-1256-457A-85C4-957E1E0844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21" name="Google Shape;21;p3">
            <a:extLst xmlns:a="http://schemas.openxmlformats.org/drawingml/2006/main">
              <a:ext uri="{FF2B5EF4-FFF2-40B4-BE49-F238E27FC236}">
                <a16:creationId xmlns:a16="http://schemas.microsoft.com/office/drawing/2014/main" id="{1F0D4D28-FBD0-4A92-862E-732D100634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3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Google Shape;23;p4">
            <a:extLst xmlns:a="http://schemas.openxmlformats.org/drawingml/2006/main">
              <a:ext uri="{FF2B5EF4-FFF2-40B4-BE49-F238E27FC236}">
                <a16:creationId xmlns:a16="http://schemas.microsoft.com/office/drawing/2014/main" id="{D0B63891-C54E-42D6-B8FA-C6FF0B776E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4" name="Google Shape;24;p4">
            <a:extLst xmlns:a="http://schemas.openxmlformats.org/drawingml/2006/main">
              <a:ext uri="{FF2B5EF4-FFF2-40B4-BE49-F238E27FC236}">
                <a16:creationId xmlns:a16="http://schemas.microsoft.com/office/drawing/2014/main" id="{2A643C5B-EA2C-46E7-B7A5-9028C3945F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25" name="Google Shape;25;p4">
            <a:extLst xmlns:a="http://schemas.openxmlformats.org/drawingml/2006/main">
              <a:ext uri="{FF2B5EF4-FFF2-40B4-BE49-F238E27FC236}">
                <a16:creationId xmlns:a16="http://schemas.microsoft.com/office/drawing/2014/main" id="{2F850D4C-5AEC-4692-8C6E-D56468BE9A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3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Google Shape;27;p5">
            <a:extLst xmlns:a="http://schemas.openxmlformats.org/drawingml/2006/main">
              <a:ext uri="{FF2B5EF4-FFF2-40B4-BE49-F238E27FC236}">
                <a16:creationId xmlns:a16="http://schemas.microsoft.com/office/drawing/2014/main" id="{DDCDDC48-2C9F-447A-A5FB-CD6A1FDD6A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Google Shape;28;p5">
            <a:extLst xmlns:a="http://schemas.openxmlformats.org/drawingml/2006/main">
              <a:ext uri="{FF2B5EF4-FFF2-40B4-BE49-F238E27FC236}">
                <a16:creationId xmlns:a16="http://schemas.microsoft.com/office/drawing/2014/main" id="{EC28DCD7-FC3B-487F-85F4-C87731E59B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9" name="Google Shape;29;p5">
            <a:extLst xmlns:a="http://schemas.openxmlformats.org/drawingml/2006/main">
              <a:ext uri="{FF2B5EF4-FFF2-40B4-BE49-F238E27FC236}">
                <a16:creationId xmlns:a16="http://schemas.microsoft.com/office/drawing/2014/main" id="{257791AE-536C-4D30-84AE-587350CE21D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0" name="Google Shape;30;p5">
            <a:extLst xmlns:a="http://schemas.openxmlformats.org/drawingml/2006/main">
              <a:ext uri="{FF2B5EF4-FFF2-40B4-BE49-F238E27FC236}">
                <a16:creationId xmlns:a16="http://schemas.microsoft.com/office/drawing/2014/main" id="{405DC073-A19B-466F-8E0A-BA4D472D4A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3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Google Shape;32;p6">
            <a:extLst xmlns:a="http://schemas.openxmlformats.org/drawingml/2006/main">
              <a:ext uri="{FF2B5EF4-FFF2-40B4-BE49-F238E27FC236}">
                <a16:creationId xmlns:a16="http://schemas.microsoft.com/office/drawing/2014/main" id="{9AF02FD6-F248-43E6-B6C0-C6C298B5B7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33" name="Google Shape;33;p6">
            <a:extLst xmlns:a="http://schemas.openxmlformats.org/drawingml/2006/main">
              <a:ext uri="{FF2B5EF4-FFF2-40B4-BE49-F238E27FC236}">
                <a16:creationId xmlns:a16="http://schemas.microsoft.com/office/drawing/2014/main" id="{0481F130-833B-4B0A-B70F-9D788006B48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3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Google Shape;35;p7">
            <a:extLst xmlns:a="http://schemas.openxmlformats.org/drawingml/2006/main">
              <a:ext uri="{FF2B5EF4-FFF2-40B4-BE49-F238E27FC236}">
                <a16:creationId xmlns:a16="http://schemas.microsoft.com/office/drawing/2014/main" id="{BE7E56BE-2514-4D07-9423-C313E8995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sp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6" name="Google Shape;36;p7">
            <a:extLst xmlns:a="http://schemas.openxmlformats.org/drawingml/2006/main">
              <a:ext uri="{FF2B5EF4-FFF2-40B4-BE49-F238E27FC236}">
                <a16:creationId xmlns:a16="http://schemas.microsoft.com/office/drawing/2014/main" id="{089CF693-97DA-4331-80D5-EB80828B99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7" name="Google Shape;37;p7">
            <a:extLst xmlns:a="http://schemas.openxmlformats.org/drawingml/2006/main">
              <a:ext uri="{FF2B5EF4-FFF2-40B4-BE49-F238E27FC236}">
                <a16:creationId xmlns:a16="http://schemas.microsoft.com/office/drawing/2014/main" id="{CCE1D234-9464-42BA-803B-5A108B67F4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3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Google Shape;39;p8">
            <a:extLst xmlns:a="http://schemas.openxmlformats.org/drawingml/2006/main">
              <a:ext uri="{FF2B5EF4-FFF2-40B4-BE49-F238E27FC236}">
                <a16:creationId xmlns:a16="http://schemas.microsoft.com/office/drawing/2014/main" id="{5BD5B75A-3595-4B8A-A3CD-44A699D7DB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40" name="Google Shape;40;p8">
            <a:extLst xmlns:a="http://schemas.openxmlformats.org/drawingml/2006/main">
              <a:ext uri="{FF2B5EF4-FFF2-40B4-BE49-F238E27FC236}">
                <a16:creationId xmlns:a16="http://schemas.microsoft.com/office/drawing/2014/main" id="{B2AA5084-14D1-40C7-AB7C-00533D5A78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3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9">
            <a:extLst xmlns:a="http://schemas.openxmlformats.org/drawingml/2006/main">
              <a:ext uri="{FF2B5EF4-FFF2-40B4-BE49-F238E27FC236}">
                <a16:creationId xmlns:a16="http://schemas.microsoft.com/office/drawing/2014/main" id="{DC2BC9FF-3396-4E30-B9CE-CB80805E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82100"/>
            <a:ext cx="4572000" cy="50613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9">
            <a:extLst xmlns:a="http://schemas.openxmlformats.org/drawingml/2006/main">
              <a:ext uri="{FF2B5EF4-FFF2-40B4-BE49-F238E27FC236}">
                <a16:creationId xmlns:a16="http://schemas.microsoft.com/office/drawing/2014/main" id="{F97873B1-A0FF-4C79-A81F-BAC7EF689B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sp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44" name="Google Shape;44;p9">
            <a:extLst xmlns:a="http://schemas.openxmlformats.org/drawingml/2006/main">
              <a:ext uri="{FF2B5EF4-FFF2-40B4-BE49-F238E27FC236}">
                <a16:creationId xmlns:a16="http://schemas.microsoft.com/office/drawing/2014/main" id="{EC557776-3161-49D9-B8BE-7779745D7FE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45" name="Google Shape;45;p9">
            <a:extLst xmlns:a="http://schemas.openxmlformats.org/drawingml/2006/main">
              <a:ext uri="{FF2B5EF4-FFF2-40B4-BE49-F238E27FC236}">
                <a16:creationId xmlns:a16="http://schemas.microsoft.com/office/drawing/2014/main" id="{66CF7588-2A87-4469-A01C-02B1E3F17E8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200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46" name="Google Shape;46;p9">
            <a:extLst xmlns:a="http://schemas.openxmlformats.org/drawingml/2006/main">
              <a:ext uri="{FF2B5EF4-FFF2-40B4-BE49-F238E27FC236}">
                <a16:creationId xmlns:a16="http://schemas.microsoft.com/office/drawing/2014/main" id="{043C80BF-7C4B-4DF8-98C5-49E03D3598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3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Google Shape;48;p10">
            <a:extLst xmlns:a="http://schemas.openxmlformats.org/drawingml/2006/main">
              <a:ext uri="{FF2B5EF4-FFF2-40B4-BE49-F238E27FC236}">
                <a16:creationId xmlns:a16="http://schemas.microsoft.com/office/drawing/2014/main" id="{66D8D062-A6C3-4637-BB49-035371184A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/>
        </p:txBody>
      </p:sp>
      <p:sp>
        <p:nvSpPr>
          <p:cNvPr id="49" name="Google Shape;49;p10">
            <a:extLst xmlns:a="http://schemas.openxmlformats.org/drawingml/2006/main">
              <a:ext uri="{FF2B5EF4-FFF2-40B4-BE49-F238E27FC236}">
                <a16:creationId xmlns:a16="http://schemas.microsoft.com/office/drawing/2014/main" id="{90584790-DA19-4230-9070-21781C5338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3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Google Shape;51;p11">
            <a:extLst xmlns:a="http://schemas.openxmlformats.org/drawingml/2006/main">
              <a:ext uri="{FF2B5EF4-FFF2-40B4-BE49-F238E27FC236}">
                <a16:creationId xmlns:a16="http://schemas.microsoft.com/office/drawing/2014/main" id="{CA684206-40B5-4DA8-8616-FEB66E07A64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sp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52" name="Google Shape;52;p11">
            <a:extLst xmlns:a="http://schemas.openxmlformats.org/drawingml/2006/main">
              <a:ext uri="{FF2B5EF4-FFF2-40B4-BE49-F238E27FC236}">
                <a16:creationId xmlns:a16="http://schemas.microsoft.com/office/drawing/2014/main" id="{522A2E9F-5115-4AEF-B7F1-2DD449BBA0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53" name="Google Shape;53;p11">
            <a:extLst xmlns:a="http://schemas.openxmlformats.org/drawingml/2006/main">
              <a:ext uri="{FF2B5EF4-FFF2-40B4-BE49-F238E27FC236}">
                <a16:creationId xmlns:a16="http://schemas.microsoft.com/office/drawing/2014/main" id="{690CFB37-BB07-444C-A010-BE3CD6ED59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3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Google Shape;55;p12">
            <a:extLst xmlns:a="http://schemas.openxmlformats.org/drawingml/2006/main">
              <a:ext uri="{FF2B5EF4-FFF2-40B4-BE49-F238E27FC236}">
                <a16:creationId xmlns:a16="http://schemas.microsoft.com/office/drawing/2014/main" id="{CE299E30-53B8-47FD-8F19-8559E71443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3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matchingName="Title slide" type="title">
  <p:cSld name="TITLE">
    <p:bg>
      <p:bgPr>
        <a:blipFill xmlns:a="http://schemas.openxmlformats.org/drawingml/2006/main">
          <a:blip xmlns:r="http://schemas.openxmlformats.org/officeDocument/2006/relationships" r:embed="R16506fc38fea41bc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Google Shape;63;p14">
            <a:extLst xmlns:a="http://schemas.openxmlformats.org/drawingml/2006/main">
              <a:ext uri="{FF2B5EF4-FFF2-40B4-BE49-F238E27FC236}">
                <a16:creationId xmlns:a16="http://schemas.microsoft.com/office/drawing/2014/main" id="{99D7D593-C2E4-4FEC-9BBD-FBDA809755E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sp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Font typeface="Space Grotesk"/>
              <a:buNone/>
              <a:defRPr sz="5200" b="1">
                <a:latin typeface="Space Grotesk"/>
                <a:ea typeface="Space Grotesk"/>
                <a:cs typeface="Space Grotesk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64" name="Google Shape;64;p14">
            <a:extLst xmlns:a="http://schemas.openxmlformats.org/drawingml/2006/main">
              <a:ext uri="{FF2B5EF4-FFF2-40B4-BE49-F238E27FC236}">
                <a16:creationId xmlns:a16="http://schemas.microsoft.com/office/drawing/2014/main" id="{840F0F3F-B735-4A69-899E-5453BB39FB7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Space Grotesk"/>
              <a:buNone/>
              <a:defRPr sz="2800">
                <a:latin typeface="Space Grotesk"/>
                <a:ea typeface="Space Grotesk"/>
                <a:cs typeface="Space Grotesk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65" name="Google Shape;65;p14">
            <a:extLst xmlns:a="http://schemas.openxmlformats.org/drawingml/2006/main">
              <a:ext uri="{FF2B5EF4-FFF2-40B4-BE49-F238E27FC236}">
                <a16:creationId xmlns:a16="http://schemas.microsoft.com/office/drawing/2014/main" id="{D1F76EEF-81BB-477F-B0D0-7478A900002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3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Google Shape;67;p15">
            <a:extLst xmlns:a="http://schemas.openxmlformats.org/drawingml/2006/main">
              <a:ext uri="{FF2B5EF4-FFF2-40B4-BE49-F238E27FC236}">
                <a16:creationId xmlns:a16="http://schemas.microsoft.com/office/drawing/2014/main" id="{86FA69DE-C112-4BAF-B49F-365C8DA273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68" name="Google Shape;68;p15">
            <a:extLst xmlns:a="http://schemas.openxmlformats.org/drawingml/2006/main">
              <a:ext uri="{FF2B5EF4-FFF2-40B4-BE49-F238E27FC236}">
                <a16:creationId xmlns:a16="http://schemas.microsoft.com/office/drawing/2014/main" id="{5E1703CD-7725-48F6-9032-1297DBA040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3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Google Shape;70;p16">
            <a:extLst xmlns:a="http://schemas.openxmlformats.org/drawingml/2006/main">
              <a:ext uri="{FF2B5EF4-FFF2-40B4-BE49-F238E27FC236}">
                <a16:creationId xmlns:a16="http://schemas.microsoft.com/office/drawing/2014/main" id="{7DE86052-B48E-4E69-9AAC-9BAFAEC2E8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71" name="Google Shape;71;p16">
            <a:extLst xmlns:a="http://schemas.openxmlformats.org/drawingml/2006/main">
              <a:ext uri="{FF2B5EF4-FFF2-40B4-BE49-F238E27FC236}">
                <a16:creationId xmlns:a16="http://schemas.microsoft.com/office/drawing/2014/main" id="{3D2C3D43-4DB0-4749-B01F-C49A46238F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72" name="Google Shape;72;p16">
            <a:extLst xmlns:a="http://schemas.openxmlformats.org/drawingml/2006/main">
              <a:ext uri="{FF2B5EF4-FFF2-40B4-BE49-F238E27FC236}">
                <a16:creationId xmlns:a16="http://schemas.microsoft.com/office/drawing/2014/main" id="{A5E26ACE-EF4E-4347-B53E-A782E2D669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3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Google Shape;74;p17">
            <a:extLst xmlns:a="http://schemas.openxmlformats.org/drawingml/2006/main">
              <a:ext uri="{FF2B5EF4-FFF2-40B4-BE49-F238E27FC236}">
                <a16:creationId xmlns:a16="http://schemas.microsoft.com/office/drawing/2014/main" id="{BAAF8172-0304-4C54-BDC7-CC68AC67AF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75" name="Google Shape;75;p17">
            <a:extLst xmlns:a="http://schemas.openxmlformats.org/drawingml/2006/main">
              <a:ext uri="{FF2B5EF4-FFF2-40B4-BE49-F238E27FC236}">
                <a16:creationId xmlns:a16="http://schemas.microsoft.com/office/drawing/2014/main" id="{4B526346-9DFD-4B99-899A-C5E690CE1B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76" name="Google Shape;76;p17">
            <a:extLst xmlns:a="http://schemas.openxmlformats.org/drawingml/2006/main">
              <a:ext uri="{FF2B5EF4-FFF2-40B4-BE49-F238E27FC236}">
                <a16:creationId xmlns:a16="http://schemas.microsoft.com/office/drawing/2014/main" id="{6AC4ED6C-F164-4373-9195-5C6658E18AB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77" name="Google Shape;77;p17">
            <a:extLst xmlns:a="http://schemas.openxmlformats.org/drawingml/2006/main">
              <a:ext uri="{FF2B5EF4-FFF2-40B4-BE49-F238E27FC236}">
                <a16:creationId xmlns:a16="http://schemas.microsoft.com/office/drawing/2014/main" id="{1E5622B7-7A7A-49E6-A1B8-6EF88FD9F33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3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Google Shape;79;p18">
            <a:extLst xmlns:a="http://schemas.openxmlformats.org/drawingml/2006/main">
              <a:ext uri="{FF2B5EF4-FFF2-40B4-BE49-F238E27FC236}">
                <a16:creationId xmlns:a16="http://schemas.microsoft.com/office/drawing/2014/main" id="{0163ACC2-F3BA-463A-8CC0-7E1ED8FF18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80" name="Google Shape;80;p18">
            <a:extLst xmlns:a="http://schemas.openxmlformats.org/drawingml/2006/main">
              <a:ext uri="{FF2B5EF4-FFF2-40B4-BE49-F238E27FC236}">
                <a16:creationId xmlns:a16="http://schemas.microsoft.com/office/drawing/2014/main" id="{F43082D3-389F-4F14-A838-5A9EA1F7E7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3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Google Shape;82;p19">
            <a:extLst xmlns:a="http://schemas.openxmlformats.org/drawingml/2006/main">
              <a:ext uri="{FF2B5EF4-FFF2-40B4-BE49-F238E27FC236}">
                <a16:creationId xmlns:a16="http://schemas.microsoft.com/office/drawing/2014/main" id="{7FC58523-BD75-4147-91E3-DC9E8C1933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sp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83" name="Google Shape;83;p19">
            <a:extLst xmlns:a="http://schemas.openxmlformats.org/drawingml/2006/main">
              <a:ext uri="{FF2B5EF4-FFF2-40B4-BE49-F238E27FC236}">
                <a16:creationId xmlns:a16="http://schemas.microsoft.com/office/drawing/2014/main" id="{07EA257B-988C-47BC-BC76-7F00222B68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84" name="Google Shape;84;p19">
            <a:extLst xmlns:a="http://schemas.openxmlformats.org/drawingml/2006/main">
              <a:ext uri="{FF2B5EF4-FFF2-40B4-BE49-F238E27FC236}">
                <a16:creationId xmlns:a16="http://schemas.microsoft.com/office/drawing/2014/main" id="{C2D57430-AC68-4C88-AB5B-9BA6284B902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3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Google Shape;86;p20">
            <a:extLst xmlns:a="http://schemas.openxmlformats.org/drawingml/2006/main">
              <a:ext uri="{FF2B5EF4-FFF2-40B4-BE49-F238E27FC236}">
                <a16:creationId xmlns:a16="http://schemas.microsoft.com/office/drawing/2014/main" id="{2542FA6A-E910-4AEE-BC7E-E036BBC8E6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87" name="Google Shape;87;p20">
            <a:extLst xmlns:a="http://schemas.openxmlformats.org/drawingml/2006/main">
              <a:ext uri="{FF2B5EF4-FFF2-40B4-BE49-F238E27FC236}">
                <a16:creationId xmlns:a16="http://schemas.microsoft.com/office/drawing/2014/main" id="{55C6A86B-C37F-43A3-A618-FF07294D76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3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9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9" name="Google Shape;89;p21">
            <a:extLst xmlns:a="http://schemas.openxmlformats.org/drawingml/2006/main">
              <a:ext uri="{FF2B5EF4-FFF2-40B4-BE49-F238E27FC236}">
                <a16:creationId xmlns:a16="http://schemas.microsoft.com/office/drawing/2014/main" id="{A6987A4C-D9F1-4B97-A22E-3E878830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82100"/>
            <a:ext cx="4572000" cy="50613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1">
            <a:extLst xmlns:a="http://schemas.openxmlformats.org/drawingml/2006/main">
              <a:ext uri="{FF2B5EF4-FFF2-40B4-BE49-F238E27FC236}">
                <a16:creationId xmlns:a16="http://schemas.microsoft.com/office/drawing/2014/main" id="{8A00922C-9B70-453F-9521-7C02F0E8AF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sp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91" name="Google Shape;91;p21">
            <a:extLst xmlns:a="http://schemas.openxmlformats.org/drawingml/2006/main">
              <a:ext uri="{FF2B5EF4-FFF2-40B4-BE49-F238E27FC236}">
                <a16:creationId xmlns:a16="http://schemas.microsoft.com/office/drawing/2014/main" id="{E3F43B4D-6481-483D-8017-A8B483B5EF9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92" name="Google Shape;92;p21">
            <a:extLst xmlns:a="http://schemas.openxmlformats.org/drawingml/2006/main">
              <a:ext uri="{FF2B5EF4-FFF2-40B4-BE49-F238E27FC236}">
                <a16:creationId xmlns:a16="http://schemas.microsoft.com/office/drawing/2014/main" id="{A36E8D09-A238-448A-99B8-26FE24EA084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200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93" name="Google Shape;93;p21">
            <a:extLst xmlns:a="http://schemas.openxmlformats.org/drawingml/2006/main">
              <a:ext uri="{FF2B5EF4-FFF2-40B4-BE49-F238E27FC236}">
                <a16:creationId xmlns:a16="http://schemas.microsoft.com/office/drawing/2014/main" id="{2E6BD5B0-AD58-4D12-A85D-879CDB1517C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3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5" name="Google Shape;95;p22">
            <a:extLst xmlns:a="http://schemas.openxmlformats.org/drawingml/2006/main">
              <a:ext uri="{FF2B5EF4-FFF2-40B4-BE49-F238E27FC236}">
                <a16:creationId xmlns:a16="http://schemas.microsoft.com/office/drawing/2014/main" id="{7B326C8A-47C5-4DA4-A29C-5F48AFD568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/>
        </p:txBody>
      </p:sp>
      <p:sp>
        <p:nvSpPr>
          <p:cNvPr id="96" name="Google Shape;96;p22">
            <a:extLst xmlns:a="http://schemas.openxmlformats.org/drawingml/2006/main">
              <a:ext uri="{FF2B5EF4-FFF2-40B4-BE49-F238E27FC236}">
                <a16:creationId xmlns:a16="http://schemas.microsoft.com/office/drawing/2014/main" id="{685FB12E-BF42-40D0-B166-FC56638C565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3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1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8" name="Google Shape;98;p23">
            <a:extLst xmlns:a="http://schemas.openxmlformats.org/drawingml/2006/main">
              <a:ext uri="{FF2B5EF4-FFF2-40B4-BE49-F238E27FC236}">
                <a16:creationId xmlns:a16="http://schemas.microsoft.com/office/drawing/2014/main" id="{F855944B-1882-478F-A088-C69EEC4911D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sp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99" name="Google Shape;99;p23">
            <a:extLst xmlns:a="http://schemas.openxmlformats.org/drawingml/2006/main">
              <a:ext uri="{FF2B5EF4-FFF2-40B4-BE49-F238E27FC236}">
                <a16:creationId xmlns:a16="http://schemas.microsoft.com/office/drawing/2014/main" id="{765A72AF-9DAA-48BC-A833-3C19367A94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00" name="Google Shape;100;p23">
            <a:extLst xmlns:a="http://schemas.openxmlformats.org/drawingml/2006/main">
              <a:ext uri="{FF2B5EF4-FFF2-40B4-BE49-F238E27FC236}">
                <a16:creationId xmlns:a16="http://schemas.microsoft.com/office/drawing/2014/main" id="{A7FAE73D-9516-4D60-A98A-744D19F5445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3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Google Shape;102;p24">
            <a:extLst xmlns:a="http://schemas.openxmlformats.org/drawingml/2006/main">
              <a:ext uri="{FF2B5EF4-FFF2-40B4-BE49-F238E27FC236}">
                <a16:creationId xmlns:a16="http://schemas.microsoft.com/office/drawing/2014/main" id="{00FFC7EC-C5C1-4A35-B5CD-7A3566833B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3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3.xml><?xml version="1.0" encoding="utf-8"?>
<p:sldLayout xmlns:p="http://schemas.openxmlformats.org/presentationml/2006/main" matchingName="Title slide" type="title">
  <p:cSld name="TITLE">
    <p:bg>
      <p:bgPr>
        <a:blipFill xmlns:a="http://schemas.openxmlformats.org/drawingml/2006/main">
          <a:blip xmlns:r="http://schemas.openxmlformats.org/officeDocument/2006/relationships" r:embed="R68b919ac974d48bf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0" name="Google Shape;110;p26">
            <a:extLst xmlns:a="http://schemas.openxmlformats.org/drawingml/2006/main">
              <a:ext uri="{FF2B5EF4-FFF2-40B4-BE49-F238E27FC236}">
                <a16:creationId xmlns:a16="http://schemas.microsoft.com/office/drawing/2014/main" id="{5B242BB0-5D97-46D3-BCE2-92A93E492F5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sp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Space Grotesk"/>
              <a:buNone/>
              <a:defRPr sz="5200" b="1">
                <a:latin typeface="Space Grotesk"/>
                <a:ea typeface="Space Grotesk"/>
                <a:cs typeface="Space Grotesk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11" name="Google Shape;111;p26">
            <a:extLst xmlns:a="http://schemas.openxmlformats.org/drawingml/2006/main">
              <a:ext uri="{FF2B5EF4-FFF2-40B4-BE49-F238E27FC236}">
                <a16:creationId xmlns:a16="http://schemas.microsoft.com/office/drawing/2014/main" id="{59C19093-0DC8-438C-B8AE-44114F572C6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Space Grotesk"/>
              <a:buNone/>
              <a:defRPr sz="2800">
                <a:latin typeface="Space Grotesk"/>
                <a:ea typeface="Space Grotesk"/>
                <a:cs typeface="Space Grotesk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12" name="Google Shape;112;p26">
            <a:extLst xmlns:a="http://schemas.openxmlformats.org/drawingml/2006/main">
              <a:ext uri="{FF2B5EF4-FFF2-40B4-BE49-F238E27FC236}">
                <a16:creationId xmlns:a16="http://schemas.microsoft.com/office/drawing/2014/main" id="{7857B8AA-56D1-4C73-8535-98AFE40D620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4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4" name="Google Shape;114;p27">
            <a:extLst xmlns:a="http://schemas.openxmlformats.org/drawingml/2006/main">
              <a:ext uri="{FF2B5EF4-FFF2-40B4-BE49-F238E27FC236}">
                <a16:creationId xmlns:a16="http://schemas.microsoft.com/office/drawing/2014/main" id="{CDD39C4A-A271-4B3D-A126-477A8D53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82100"/>
            <a:ext cx="4572000" cy="50613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5" name="Google Shape;115;p27">
            <a:extLst xmlns:a="http://schemas.openxmlformats.org/drawingml/2006/main">
              <a:ext uri="{FF2B5EF4-FFF2-40B4-BE49-F238E27FC236}">
                <a16:creationId xmlns:a16="http://schemas.microsoft.com/office/drawing/2014/main" id="{6580D930-BCE0-4B12-AF2A-2554082244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sp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116" name="Google Shape;116;p27">
            <a:extLst xmlns:a="http://schemas.openxmlformats.org/drawingml/2006/main">
              <a:ext uri="{FF2B5EF4-FFF2-40B4-BE49-F238E27FC236}">
                <a16:creationId xmlns:a16="http://schemas.microsoft.com/office/drawing/2014/main" id="{859C79B5-81BE-4BCC-8993-C7E08411BE9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117" name="Google Shape;117;p27">
            <a:extLst xmlns:a="http://schemas.openxmlformats.org/drawingml/2006/main">
              <a:ext uri="{FF2B5EF4-FFF2-40B4-BE49-F238E27FC236}">
                <a16:creationId xmlns:a16="http://schemas.microsoft.com/office/drawing/2014/main" id="{E4EA65F1-4CB4-4B39-BE1A-B248B11C4A8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200"/>
            <a:ext cx="3837000" cy="369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18" name="Google Shape;118;p27">
            <a:extLst xmlns:a="http://schemas.openxmlformats.org/drawingml/2006/main">
              <a:ext uri="{FF2B5EF4-FFF2-40B4-BE49-F238E27FC236}">
                <a16:creationId xmlns:a16="http://schemas.microsoft.com/office/drawing/2014/main" id="{04C5E731-D64E-4A56-AF23-840C8E17042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5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Google Shape;120;p28">
            <a:extLst xmlns:a="http://schemas.openxmlformats.org/drawingml/2006/main">
              <a:ext uri="{FF2B5EF4-FFF2-40B4-BE49-F238E27FC236}">
                <a16:creationId xmlns:a16="http://schemas.microsoft.com/office/drawing/2014/main" id="{3D34AF73-E1BF-46EF-8A67-0916BDB968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121" name="Google Shape;121;p28">
            <a:extLst xmlns:a="http://schemas.openxmlformats.org/drawingml/2006/main">
              <a:ext uri="{FF2B5EF4-FFF2-40B4-BE49-F238E27FC236}">
                <a16:creationId xmlns:a16="http://schemas.microsoft.com/office/drawing/2014/main" id="{B5DDD570-7B94-4E9B-ACA8-75F10D6381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22" name="Google Shape;122;p28">
            <a:extLst xmlns:a="http://schemas.openxmlformats.org/drawingml/2006/main">
              <a:ext uri="{FF2B5EF4-FFF2-40B4-BE49-F238E27FC236}">
                <a16:creationId xmlns:a16="http://schemas.microsoft.com/office/drawing/2014/main" id="{174FC625-891A-4D62-9882-A17AB76815A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6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29">
            <a:extLst xmlns:a="http://schemas.openxmlformats.org/drawingml/2006/main">
              <a:ext uri="{FF2B5EF4-FFF2-40B4-BE49-F238E27FC236}">
                <a16:creationId xmlns:a16="http://schemas.microsoft.com/office/drawing/2014/main" id="{DE9243E9-3161-4609-B2AD-F993E436D9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25" name="Google Shape;125;p29">
            <a:extLst xmlns:a="http://schemas.openxmlformats.org/drawingml/2006/main">
              <a:ext uri="{FF2B5EF4-FFF2-40B4-BE49-F238E27FC236}">
                <a16:creationId xmlns:a16="http://schemas.microsoft.com/office/drawing/2014/main" id="{E5913B92-E6CC-402C-B16E-FAE6DE185F6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7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7" name="Google Shape;127;p30">
            <a:extLst xmlns:a="http://schemas.openxmlformats.org/drawingml/2006/main">
              <a:ext uri="{FF2B5EF4-FFF2-40B4-BE49-F238E27FC236}">
                <a16:creationId xmlns:a16="http://schemas.microsoft.com/office/drawing/2014/main" id="{955FE98A-71B4-4092-BB77-E5C794BD35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128" name="Google Shape;128;p30">
            <a:extLst xmlns:a="http://schemas.openxmlformats.org/drawingml/2006/main">
              <a:ext uri="{FF2B5EF4-FFF2-40B4-BE49-F238E27FC236}">
                <a16:creationId xmlns:a16="http://schemas.microsoft.com/office/drawing/2014/main" id="{F7ED7C2B-9E23-4769-8479-B273AD2D85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129" name="Google Shape;129;p30">
            <a:extLst xmlns:a="http://schemas.openxmlformats.org/drawingml/2006/main">
              <a:ext uri="{FF2B5EF4-FFF2-40B4-BE49-F238E27FC236}">
                <a16:creationId xmlns:a16="http://schemas.microsoft.com/office/drawing/2014/main" id="{C2E13E4A-5F76-4354-BCAA-ED7F229F46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130" name="Google Shape;130;p30">
            <a:extLst xmlns:a="http://schemas.openxmlformats.org/drawingml/2006/main">
              <a:ext uri="{FF2B5EF4-FFF2-40B4-BE49-F238E27FC236}">
                <a16:creationId xmlns:a16="http://schemas.microsoft.com/office/drawing/2014/main" id="{8C91C9AF-392E-4F90-AF55-312730ED6C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8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2" name="Google Shape;132;p31">
            <a:extLst xmlns:a="http://schemas.openxmlformats.org/drawingml/2006/main">
              <a:ext uri="{FF2B5EF4-FFF2-40B4-BE49-F238E27FC236}">
                <a16:creationId xmlns:a16="http://schemas.microsoft.com/office/drawing/2014/main" id="{214E497D-0902-4C92-BA4D-9B2FB84E7C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133" name="Google Shape;133;p31">
            <a:extLst xmlns:a="http://schemas.openxmlformats.org/drawingml/2006/main">
              <a:ext uri="{FF2B5EF4-FFF2-40B4-BE49-F238E27FC236}">
                <a16:creationId xmlns:a16="http://schemas.microsoft.com/office/drawing/2014/main" id="{4D121C56-F848-4808-BF76-CA50B1BA0F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9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5" name="Google Shape;135;p32">
            <a:extLst xmlns:a="http://schemas.openxmlformats.org/drawingml/2006/main">
              <a:ext uri="{FF2B5EF4-FFF2-40B4-BE49-F238E27FC236}">
                <a16:creationId xmlns:a16="http://schemas.microsoft.com/office/drawing/2014/main" id="{CBD1ED75-9FAA-4C42-860D-3AD6F0E167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sp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136" name="Google Shape;136;p32">
            <a:extLst xmlns:a="http://schemas.openxmlformats.org/drawingml/2006/main">
              <a:ext uri="{FF2B5EF4-FFF2-40B4-BE49-F238E27FC236}">
                <a16:creationId xmlns:a16="http://schemas.microsoft.com/office/drawing/2014/main" id="{A2748BF6-F2DC-40B4-9806-822F5F8F27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 marL="457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137" name="Google Shape;137;p32">
            <a:extLst xmlns:a="http://schemas.openxmlformats.org/drawingml/2006/main">
              <a:ext uri="{FF2B5EF4-FFF2-40B4-BE49-F238E27FC236}">
                <a16:creationId xmlns:a16="http://schemas.microsoft.com/office/drawing/2014/main" id="{15DF906D-ED31-495B-990C-7980807E5C4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0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9" name="Google Shape;139;p33">
            <a:extLst xmlns:a="http://schemas.openxmlformats.org/drawingml/2006/main">
              <a:ext uri="{FF2B5EF4-FFF2-40B4-BE49-F238E27FC236}">
                <a16:creationId xmlns:a16="http://schemas.microsoft.com/office/drawing/2014/main" id="{4DCBED3E-95D2-49FF-9AEF-9BBAE8D816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140" name="Google Shape;140;p33">
            <a:extLst xmlns:a="http://schemas.openxmlformats.org/drawingml/2006/main">
              <a:ext uri="{FF2B5EF4-FFF2-40B4-BE49-F238E27FC236}">
                <a16:creationId xmlns:a16="http://schemas.microsoft.com/office/drawing/2014/main" id="{DA67DCB5-90A9-469C-8958-CF88F22AA2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1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2" name="Google Shape;142;p34">
            <a:extLst xmlns:a="http://schemas.openxmlformats.org/drawingml/2006/main">
              <a:ext uri="{FF2B5EF4-FFF2-40B4-BE49-F238E27FC236}">
                <a16:creationId xmlns:a16="http://schemas.microsoft.com/office/drawing/2014/main" id="{AD506A32-09D5-4AD6-A5FD-61A48B0110E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/>
        </p:txBody>
      </p:sp>
      <p:sp>
        <p:nvSpPr>
          <p:cNvPr id="143" name="Google Shape;143;p34">
            <a:extLst xmlns:a="http://schemas.openxmlformats.org/drawingml/2006/main">
              <a:ext uri="{FF2B5EF4-FFF2-40B4-BE49-F238E27FC236}">
                <a16:creationId xmlns:a16="http://schemas.microsoft.com/office/drawing/2014/main" id="{6343B330-E2C4-4C10-8BE5-057CCC7698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2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5" name="Google Shape;145;p35">
            <a:extLst xmlns:a="http://schemas.openxmlformats.org/drawingml/2006/main">
              <a:ext uri="{FF2B5EF4-FFF2-40B4-BE49-F238E27FC236}">
                <a16:creationId xmlns:a16="http://schemas.microsoft.com/office/drawing/2014/main" id="{EEF05639-22F2-453C-8E18-74546584C3A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sp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146" name="Google Shape;146;p35">
            <a:extLst xmlns:a="http://schemas.openxmlformats.org/drawingml/2006/main">
              <a:ext uri="{FF2B5EF4-FFF2-40B4-BE49-F238E27FC236}">
                <a16:creationId xmlns:a16="http://schemas.microsoft.com/office/drawing/2014/main" id="{70CD692C-0368-43DB-A6EF-97EC4FEE68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 marL="45720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47" name="Google Shape;147;p35">
            <a:extLst xmlns:a="http://schemas.openxmlformats.org/drawingml/2006/main">
              <a:ext uri="{FF2B5EF4-FFF2-40B4-BE49-F238E27FC236}">
                <a16:creationId xmlns:a16="http://schemas.microsoft.com/office/drawing/2014/main" id="{70651026-ADB8-4C41-9449-06C8015976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3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9" name="Google Shape;149;p36">
            <a:extLst xmlns:a="http://schemas.openxmlformats.org/drawingml/2006/main">
              <a:ext uri="{FF2B5EF4-FFF2-40B4-BE49-F238E27FC236}">
                <a16:creationId xmlns:a16="http://schemas.microsoft.com/office/drawing/2014/main" id="{13A572CC-0328-4C8B-AFAD-17A18CA828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e26c1ece96204ac6" /><Relationship Type="http://schemas.openxmlformats.org/officeDocument/2006/relationships/image" Target="/ppt/media/image2.png" Id="Rdc577b717f604691" /><Relationship Type="http://schemas.openxmlformats.org/officeDocument/2006/relationships/image" Target="/ppt/media/image3.png" Id="Rf7ca0e0eed104425" /><Relationship Type="http://schemas.openxmlformats.org/officeDocument/2006/relationships/theme" Target="/ppt/slideMasters/theme/theme2.xml" Id="R1ac675352dc1484e" /><Relationship Type="http://schemas.openxmlformats.org/officeDocument/2006/relationships/slideLayout" Target="/ppt/slideLayouts/slideLayout1.xml" Id="R69cd40d3fc344084" /><Relationship Type="http://schemas.openxmlformats.org/officeDocument/2006/relationships/slideLayout" Target="/ppt/slideLayouts/slideLayout2.xml" Id="R070684edfa6c4610" /><Relationship Type="http://schemas.openxmlformats.org/officeDocument/2006/relationships/slideLayout" Target="/ppt/slideLayouts/slideLayout3.xml" Id="Re02bb14009a64cf0" /><Relationship Type="http://schemas.openxmlformats.org/officeDocument/2006/relationships/slideLayout" Target="/ppt/slideLayouts/slideLayout4.xml" Id="Ra4ac1180921a4fd3" /><Relationship Type="http://schemas.openxmlformats.org/officeDocument/2006/relationships/slideLayout" Target="/ppt/slideLayouts/slideLayout5.xml" Id="Rd7d05bef649743fc" /><Relationship Type="http://schemas.openxmlformats.org/officeDocument/2006/relationships/slideLayout" Target="/ppt/slideLayouts/slideLayout6.xml" Id="R0ff83df8c257475e" /><Relationship Type="http://schemas.openxmlformats.org/officeDocument/2006/relationships/slideLayout" Target="/ppt/slideLayouts/slideLayout7.xml" Id="Ra61550ac88bf4e85" /><Relationship Type="http://schemas.openxmlformats.org/officeDocument/2006/relationships/slideLayout" Target="/ppt/slideLayouts/slideLayout8.xml" Id="R5aa5d585ead1495d" /><Relationship Type="http://schemas.openxmlformats.org/officeDocument/2006/relationships/slideLayout" Target="/ppt/slideLayouts/slideLayout9.xml" Id="R9120368f65fc4e7f" /><Relationship Type="http://schemas.openxmlformats.org/officeDocument/2006/relationships/slideLayout" Target="/ppt/slideLayouts/slideLayout10.xml" Id="R4eac9530cb304be0" /><Relationship Type="http://schemas.openxmlformats.org/officeDocument/2006/relationships/slideLayout" Target="/ppt/slideLayouts/slideLayout11.xml" Id="R88af965e369641f6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.png" Id="R6c20b370d0294b26" /><Relationship Type="http://schemas.openxmlformats.org/officeDocument/2006/relationships/image" Target="/ppt/media/image2.png" Id="R2d279b1fdad545aa" /><Relationship Type="http://schemas.openxmlformats.org/officeDocument/2006/relationships/image" Target="/ppt/media/image3.png" Id="Rb0c682526fb74a20" /><Relationship Type="http://schemas.openxmlformats.org/officeDocument/2006/relationships/theme" Target="/ppt/slideMasters/theme/theme3.xml" Id="Rddfa6c88eb45466c" /><Relationship Type="http://schemas.openxmlformats.org/officeDocument/2006/relationships/slideLayout" Target="/ppt/slideLayouts/slideLayout12.xml" Id="R695f7f8506ba4967" /><Relationship Type="http://schemas.openxmlformats.org/officeDocument/2006/relationships/slideLayout" Target="/ppt/slideLayouts/slideLayout13.xml" Id="Rb128b030fec04390" /><Relationship Type="http://schemas.openxmlformats.org/officeDocument/2006/relationships/slideLayout" Target="/ppt/slideLayouts/slideLayout14.xml" Id="R95c479bd2b1b48c9" /><Relationship Type="http://schemas.openxmlformats.org/officeDocument/2006/relationships/slideLayout" Target="/ppt/slideLayouts/slideLayout15.xml" Id="R9e0ebd7c622c4f35" /><Relationship Type="http://schemas.openxmlformats.org/officeDocument/2006/relationships/slideLayout" Target="/ppt/slideLayouts/slideLayout16.xml" Id="Rfef837fc40dd4bfe" /><Relationship Type="http://schemas.openxmlformats.org/officeDocument/2006/relationships/slideLayout" Target="/ppt/slideLayouts/slideLayout17.xml" Id="Re871fa06c91e4c76" /><Relationship Type="http://schemas.openxmlformats.org/officeDocument/2006/relationships/slideLayout" Target="/ppt/slideLayouts/slideLayout18.xml" Id="R53cb7467fb284e4b" /><Relationship Type="http://schemas.openxmlformats.org/officeDocument/2006/relationships/slideLayout" Target="/ppt/slideLayouts/slideLayout19.xml" Id="R373fe79733bd433b" /><Relationship Type="http://schemas.openxmlformats.org/officeDocument/2006/relationships/slideLayout" Target="/ppt/slideLayouts/slideLayout20.xml" Id="R4683a0251af54781" /><Relationship Type="http://schemas.openxmlformats.org/officeDocument/2006/relationships/slideLayout" Target="/ppt/slideLayouts/slideLayout21.xml" Id="Ra91dd502c3c84596" /><Relationship Type="http://schemas.openxmlformats.org/officeDocument/2006/relationships/slideLayout" Target="/ppt/slideLayouts/slideLayout22.xml" Id="Rba94c4edcc694b77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image" Target="/ppt/media/image.png" Id="R9e73517f66c4481e" /><Relationship Type="http://schemas.openxmlformats.org/officeDocument/2006/relationships/image" Target="/ppt/media/image2.png" Id="R5b9099805bc64219" /><Relationship Type="http://schemas.openxmlformats.org/officeDocument/2006/relationships/image" Target="/ppt/media/image3.png" Id="R52868ca721904935" /><Relationship Type="http://schemas.openxmlformats.org/officeDocument/2006/relationships/theme" Target="/ppt/slideMasters/theme/theme4.xml" Id="R8ce4cd4b54874e74" /><Relationship Type="http://schemas.openxmlformats.org/officeDocument/2006/relationships/slideLayout" Target="/ppt/slideLayouts/slideLayout23.xml" Id="R58f4283a5d324591" /><Relationship Type="http://schemas.openxmlformats.org/officeDocument/2006/relationships/slideLayout" Target="/ppt/slideLayouts/slideLayout24.xml" Id="R854f15b834634999" /><Relationship Type="http://schemas.openxmlformats.org/officeDocument/2006/relationships/slideLayout" Target="/ppt/slideLayouts/slideLayout25.xml" Id="R51b99f66690646ad" /><Relationship Type="http://schemas.openxmlformats.org/officeDocument/2006/relationships/slideLayout" Target="/ppt/slideLayouts/slideLayout26.xml" Id="Rfc8017a6c9c54749" /><Relationship Type="http://schemas.openxmlformats.org/officeDocument/2006/relationships/slideLayout" Target="/ppt/slideLayouts/slideLayout27.xml" Id="R73044e59a6604fcc" /><Relationship Type="http://schemas.openxmlformats.org/officeDocument/2006/relationships/slideLayout" Target="/ppt/slideLayouts/slideLayout28.xml" Id="R02f0d145e7f447a4" /><Relationship Type="http://schemas.openxmlformats.org/officeDocument/2006/relationships/slideLayout" Target="/ppt/slideLayouts/slideLayout29.xml" Id="Raa2d5da1828341cf" /><Relationship Type="http://schemas.openxmlformats.org/officeDocument/2006/relationships/slideLayout" Target="/ppt/slideLayouts/slideLayout30.xml" Id="R984408a267de46bd" /><Relationship Type="http://schemas.openxmlformats.org/officeDocument/2006/relationships/slideLayout" Target="/ppt/slideLayouts/slideLayout31.xml" Id="R41812b3271ca4911" /><Relationship Type="http://schemas.openxmlformats.org/officeDocument/2006/relationships/slideLayout" Target="/ppt/slideLayouts/slideLayout32.xml" Id="Raac8c749d695447e" /><Relationship Type="http://schemas.openxmlformats.org/officeDocument/2006/relationships/slideLayout" Target="/ppt/slideLayouts/slideLayout33.xml" Id="Re123899427b640bd" /></Relationships>
</file>

<file path=ppt/slideMasters/slideMaster1.xml><?xml version="1.0" encoding="utf-8"?>
<p:sldMaster xmlns:p="http://schemas.openxmlformats.org/presentationml/2006/main">
  <p:cSld name="simple-dark-2">
    <p:bg>
      <p:bgPr>
        <a:blipFill xmlns:a="http://schemas.openxmlformats.org/drawingml/2006/main">
          <a:blip xmlns:r="http://schemas.openxmlformats.org/officeDocument/2006/relationships" r:embed="Re26c1ece96204ac6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1">
            <a:extLst xmlns:a="http://schemas.openxmlformats.org/drawingml/2006/main">
              <a:ext uri="{FF2B5EF4-FFF2-40B4-BE49-F238E27FC236}">
                <a16:creationId xmlns:a16="http://schemas.microsoft.com/office/drawing/2014/main" id="{2F8AABAB-F3D5-4311-AA37-1696F26ED7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"/>
              <a:buNone/>
              <a:defRPr sz="2800" b="1">
                <a:solidFill>
                  <a:schemeClr val="dk1"/>
                </a:solidFill>
                <a:latin typeface="Space Grotesk"/>
                <a:ea typeface="Space Grotesk"/>
                <a:cs typeface="Space Grotesk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1" name="Google Shape;11;p1">
            <a:extLst xmlns:a="http://schemas.openxmlformats.org/drawingml/2006/main">
              <a:ext uri="{FF2B5EF4-FFF2-40B4-BE49-F238E27FC236}">
                <a16:creationId xmlns:a16="http://schemas.microsoft.com/office/drawing/2014/main" id="{B03B221B-06C1-4FC1-A4F8-45344C0929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  <a:defRPr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○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■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●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○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■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●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○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■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</a:defRPr>
            </a:lvl9pPr>
          </a:lstStyle>
          <a:p xmlns:a="http://schemas.openxmlformats.org/drawingml/2006/main"/>
        </p:txBody>
      </p:sp>
      <p:sp>
        <p:nvSpPr>
          <p:cNvPr id="12" name="Google Shape;12;p1">
            <a:extLst xmlns:a="http://schemas.openxmlformats.org/drawingml/2006/main">
              <a:ext uri="{FF2B5EF4-FFF2-40B4-BE49-F238E27FC236}">
                <a16:creationId xmlns:a16="http://schemas.microsoft.com/office/drawing/2014/main" id="{5C37C95C-489B-4695-84E0-E5242CC5190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>
            <a:lvl1pPr algn="r">
              <a:buNone/>
              <a:defRPr sz="1000">
                <a:solidFill>
                  <a:schemeClr val="lt2"/>
                </a:solidFill>
              </a:defRPr>
            </a:lvl1pPr>
            <a:lvl2pPr algn="r">
              <a:buNone/>
              <a:defRPr sz="1000">
                <a:solidFill>
                  <a:schemeClr val="lt2"/>
                </a:solidFill>
              </a:defRPr>
            </a:lvl2pPr>
            <a:lvl3pPr algn="r">
              <a:buNone/>
              <a:defRPr sz="1000">
                <a:solidFill>
                  <a:schemeClr val="lt2"/>
                </a:solidFill>
              </a:defRPr>
            </a:lvl3pPr>
            <a:lvl4pPr algn="r">
              <a:buNone/>
              <a:defRPr sz="1000">
                <a:solidFill>
                  <a:schemeClr val="lt2"/>
                </a:solidFill>
              </a:defRPr>
            </a:lvl4pPr>
            <a:lvl5pPr algn="r">
              <a:buNone/>
              <a:defRPr sz="1000">
                <a:solidFill>
                  <a:schemeClr val="lt2"/>
                </a:solidFill>
              </a:defRPr>
            </a:lvl5pPr>
            <a:lvl6pPr algn="r">
              <a:buNone/>
              <a:defRPr sz="1000">
                <a:solidFill>
                  <a:schemeClr val="lt2"/>
                </a:solidFill>
              </a:defRPr>
            </a:lvl6pPr>
            <a:lvl7pPr algn="r">
              <a:buNone/>
              <a:defRPr sz="1000">
                <a:solidFill>
                  <a:schemeClr val="lt2"/>
                </a:solidFill>
              </a:defRPr>
            </a:lvl7pPr>
            <a:lvl8pPr algn="r">
              <a:buNone/>
              <a:defRPr sz="1000">
                <a:solidFill>
                  <a:schemeClr val="lt2"/>
                </a:solidFill>
              </a:defRPr>
            </a:lvl8pPr>
            <a:lvl9pPr algn="r">
              <a:buNone/>
              <a:defRPr sz="1000">
                <a:solidFill>
                  <a:schemeClr val="lt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13" name="Google Shape;13;p1">
            <a:extLst xmlns:a="http://schemas.openxmlformats.org/drawingml/2006/main">
              <a:ext uri="{FF2B5EF4-FFF2-40B4-BE49-F238E27FC236}">
                <a16:creationId xmlns:a16="http://schemas.microsoft.com/office/drawing/2014/main" id="{23A13BD7-5AAD-475D-945D-9A36BB42AC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577b717f604691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81669" y="4470025"/>
            <a:ext cx="1362331" cy="572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" name="Google Shape;14;p1">
            <a:extLst xmlns:a="http://schemas.openxmlformats.org/drawingml/2006/main">
              <a:ext uri="{FF2B5EF4-FFF2-40B4-BE49-F238E27FC236}">
                <a16:creationId xmlns:a16="http://schemas.microsoft.com/office/drawing/2014/main" id="{B111F9F1-AAF3-41B8-9BB0-DA7EC59A67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ca0e0eed10442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2" cy="793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cd40d3fc344084"/>
    <p:sldLayoutId xmlns:r="http://schemas.openxmlformats.org/officeDocument/2006/relationships" id="2147483650" r:id="R070684edfa6c4610"/>
    <p:sldLayoutId xmlns:r="http://schemas.openxmlformats.org/officeDocument/2006/relationships" id="2147483651" r:id="Re02bb14009a64cf0"/>
    <p:sldLayoutId xmlns:r="http://schemas.openxmlformats.org/officeDocument/2006/relationships" id="2147483652" r:id="Ra4ac1180921a4fd3"/>
    <p:sldLayoutId xmlns:r="http://schemas.openxmlformats.org/officeDocument/2006/relationships" id="2147483653" r:id="Rd7d05bef649743fc"/>
    <p:sldLayoutId xmlns:r="http://schemas.openxmlformats.org/officeDocument/2006/relationships" id="2147483654" r:id="R0ff83df8c257475e"/>
    <p:sldLayoutId xmlns:r="http://schemas.openxmlformats.org/officeDocument/2006/relationships" id="2147483655" r:id="Ra61550ac88bf4e85"/>
    <p:sldLayoutId xmlns:r="http://schemas.openxmlformats.org/officeDocument/2006/relationships" id="2147483656" r:id="R5aa5d585ead1495d"/>
    <p:sldLayoutId xmlns:r="http://schemas.openxmlformats.org/officeDocument/2006/relationships" id="2147483657" r:id="R9120368f65fc4e7f"/>
    <p:sldLayoutId xmlns:r="http://schemas.openxmlformats.org/officeDocument/2006/relationships" id="2147483658" r:id="R4eac9530cb304be0"/>
    <p:sldLayoutId xmlns:r="http://schemas.openxmlformats.org/officeDocument/2006/relationships" id="2147483659" r:id="R88af965e369641f6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simple-dark-2">
    <p:bg>
      <p:bgPr>
        <a:blipFill xmlns:a="http://schemas.openxmlformats.org/drawingml/2006/main">
          <a:blip xmlns:r="http://schemas.openxmlformats.org/officeDocument/2006/relationships" r:embed="R6c20b370d0294b26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Google Shape;57;p13">
            <a:extLst xmlns:a="http://schemas.openxmlformats.org/drawingml/2006/main">
              <a:ext uri="{FF2B5EF4-FFF2-40B4-BE49-F238E27FC236}">
                <a16:creationId xmlns:a16="http://schemas.microsoft.com/office/drawing/2014/main" id="{085EE240-D959-4DE8-8DDB-3D25F6D6DA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"/>
              <a:buNone/>
              <a:defRPr sz="2800" b="1">
                <a:solidFill>
                  <a:schemeClr val="dk1"/>
                </a:solidFill>
                <a:latin typeface="Space Grotesk"/>
                <a:ea typeface="Space Grotesk"/>
                <a:cs typeface="Space Grotesk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58" name="Google Shape;58;p13">
            <a:extLst xmlns:a="http://schemas.openxmlformats.org/drawingml/2006/main">
              <a:ext uri="{FF2B5EF4-FFF2-40B4-BE49-F238E27FC236}">
                <a16:creationId xmlns:a16="http://schemas.microsoft.com/office/drawing/2014/main" id="{A5E9A49E-9B43-4605-8188-615487DADF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  <a:defRPr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○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■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●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○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■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●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○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■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</a:defRPr>
            </a:lvl9pPr>
          </a:lstStyle>
          <a:p xmlns:a="http://schemas.openxmlformats.org/drawingml/2006/main"/>
        </p:txBody>
      </p:sp>
      <p:sp>
        <p:nvSpPr>
          <p:cNvPr id="59" name="Google Shape;59;p13">
            <a:extLst xmlns:a="http://schemas.openxmlformats.org/drawingml/2006/main">
              <a:ext uri="{FF2B5EF4-FFF2-40B4-BE49-F238E27FC236}">
                <a16:creationId xmlns:a16="http://schemas.microsoft.com/office/drawing/2014/main" id="{BD8B1A1F-29EA-4A05-84EE-8BBFFB8639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>
            <a:lvl1pPr algn="r">
              <a:buNone/>
              <a:defRPr sz="1000">
                <a:solidFill>
                  <a:schemeClr val="lt2"/>
                </a:solidFill>
              </a:defRPr>
            </a:lvl1pPr>
            <a:lvl2pPr algn="r">
              <a:buNone/>
              <a:defRPr sz="1000">
                <a:solidFill>
                  <a:schemeClr val="lt2"/>
                </a:solidFill>
              </a:defRPr>
            </a:lvl2pPr>
            <a:lvl3pPr algn="r">
              <a:buNone/>
              <a:defRPr sz="1000">
                <a:solidFill>
                  <a:schemeClr val="lt2"/>
                </a:solidFill>
              </a:defRPr>
            </a:lvl3pPr>
            <a:lvl4pPr algn="r">
              <a:buNone/>
              <a:defRPr sz="1000">
                <a:solidFill>
                  <a:schemeClr val="lt2"/>
                </a:solidFill>
              </a:defRPr>
            </a:lvl4pPr>
            <a:lvl5pPr algn="r">
              <a:buNone/>
              <a:defRPr sz="1000">
                <a:solidFill>
                  <a:schemeClr val="lt2"/>
                </a:solidFill>
              </a:defRPr>
            </a:lvl5pPr>
            <a:lvl6pPr algn="r">
              <a:buNone/>
              <a:defRPr sz="1000">
                <a:solidFill>
                  <a:schemeClr val="lt2"/>
                </a:solidFill>
              </a:defRPr>
            </a:lvl6pPr>
            <a:lvl7pPr algn="r">
              <a:buNone/>
              <a:defRPr sz="1000">
                <a:solidFill>
                  <a:schemeClr val="lt2"/>
                </a:solidFill>
              </a:defRPr>
            </a:lvl7pPr>
            <a:lvl8pPr algn="r">
              <a:buNone/>
              <a:defRPr sz="1000">
                <a:solidFill>
                  <a:schemeClr val="lt2"/>
                </a:solidFill>
              </a:defRPr>
            </a:lvl8pPr>
            <a:lvl9pPr algn="r">
              <a:buNone/>
              <a:defRPr sz="1000">
                <a:solidFill>
                  <a:schemeClr val="lt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60" name="Google Shape;60;p13">
            <a:extLst xmlns:a="http://schemas.openxmlformats.org/drawingml/2006/main">
              <a:ext uri="{FF2B5EF4-FFF2-40B4-BE49-F238E27FC236}">
                <a16:creationId xmlns:a16="http://schemas.microsoft.com/office/drawing/2014/main" id="{D1435D3E-4FA2-440F-8CDF-E682D5ECD2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279b1fdad545aa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81669" y="4470025"/>
            <a:ext cx="1362331" cy="572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1" name="Google Shape;61;p13">
            <a:extLst xmlns:a="http://schemas.openxmlformats.org/drawingml/2006/main">
              <a:ext uri="{FF2B5EF4-FFF2-40B4-BE49-F238E27FC236}">
                <a16:creationId xmlns:a16="http://schemas.microsoft.com/office/drawing/2014/main" id="{74889177-FA8A-4B59-94C3-4FFFDBAB4E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c682526fb74a2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2" cy="793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695f7f8506ba4967"/>
    <p:sldLayoutId xmlns:r="http://schemas.openxmlformats.org/officeDocument/2006/relationships" id="2147483662" r:id="Rb128b030fec04390"/>
    <p:sldLayoutId xmlns:r="http://schemas.openxmlformats.org/officeDocument/2006/relationships" id="2147483663" r:id="R95c479bd2b1b48c9"/>
    <p:sldLayoutId xmlns:r="http://schemas.openxmlformats.org/officeDocument/2006/relationships" id="2147483664" r:id="R9e0ebd7c622c4f35"/>
    <p:sldLayoutId xmlns:r="http://schemas.openxmlformats.org/officeDocument/2006/relationships" id="2147483665" r:id="Rfef837fc40dd4bfe"/>
    <p:sldLayoutId xmlns:r="http://schemas.openxmlformats.org/officeDocument/2006/relationships" id="2147483666" r:id="Re871fa06c91e4c76"/>
    <p:sldLayoutId xmlns:r="http://schemas.openxmlformats.org/officeDocument/2006/relationships" id="2147483667" r:id="R53cb7467fb284e4b"/>
    <p:sldLayoutId xmlns:r="http://schemas.openxmlformats.org/officeDocument/2006/relationships" id="2147483668" r:id="R373fe79733bd433b"/>
    <p:sldLayoutId xmlns:r="http://schemas.openxmlformats.org/officeDocument/2006/relationships" id="2147483669" r:id="R4683a0251af54781"/>
    <p:sldLayoutId xmlns:r="http://schemas.openxmlformats.org/officeDocument/2006/relationships" id="2147483670" r:id="Ra91dd502c3c84596"/>
    <p:sldLayoutId xmlns:r="http://schemas.openxmlformats.org/officeDocument/2006/relationships" id="2147483671" r:id="Rba94c4edcc694b77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3.xml><?xml version="1.0" encoding="utf-8"?>
<p:sldMaster xmlns:p="http://schemas.openxmlformats.org/presentationml/2006/main">
  <p:cSld name="simple-dark-2">
    <p:bg>
      <p:bgPr>
        <a:blipFill xmlns:a="http://schemas.openxmlformats.org/drawingml/2006/main">
          <a:blip xmlns:r="http://schemas.openxmlformats.org/officeDocument/2006/relationships" r:embed="R9e73517f66c4481e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" name="Google Shape;104;p25">
            <a:extLst xmlns:a="http://schemas.openxmlformats.org/drawingml/2006/main">
              <a:ext uri="{FF2B5EF4-FFF2-40B4-BE49-F238E27FC236}">
                <a16:creationId xmlns:a16="http://schemas.microsoft.com/office/drawing/2014/main" id="{099F05D7-0F8C-4FED-ADAB-7C8325689B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"/>
              <a:buNone/>
              <a:defRPr sz="2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5" name="Google Shape;105;p25">
            <a:extLst xmlns:a="http://schemas.openxmlformats.org/drawingml/2006/main">
              <a:ext uri="{FF2B5EF4-FFF2-40B4-BE49-F238E27FC236}">
                <a16:creationId xmlns:a16="http://schemas.microsoft.com/office/drawing/2014/main" id="{575D8EFF-EB07-4D59-A793-A8E46A2A00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 marL="457200" marR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  <a:defRPr sz="18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</a:defRPr>
            </a:lvl1pPr>
            <a:lvl2pPr marL="914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○"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</a:defRPr>
            </a:lvl2pPr>
            <a:lvl3pPr marL="1371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■"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</a:defRPr>
            </a:lvl3pPr>
            <a:lvl4pPr marL="1828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●"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</a:defRPr>
            </a:lvl4pPr>
            <a:lvl5pPr marL="22860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○"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</a:defRPr>
            </a:lvl5pPr>
            <a:lvl6pPr marL="27432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■"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</a:defRPr>
            </a:lvl6pPr>
            <a:lvl7pPr marL="3200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●"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</a:defRPr>
            </a:lvl7pPr>
            <a:lvl8pPr marL="3657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○"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</a:defRPr>
            </a:lvl8pPr>
            <a:lvl9pPr marL="4114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■"/>
              <a:defRPr sz="14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</a:defRPr>
            </a:lvl9pPr>
          </a:lstStyle>
          <a:p xmlns:a="http://schemas.openxmlformats.org/drawingml/2006/main"/>
        </p:txBody>
      </p:sp>
      <p:sp>
        <p:nvSpPr>
          <p:cNvPr id="106" name="Google Shape;106;p25">
            <a:extLst xmlns:a="http://schemas.openxmlformats.org/drawingml/2006/main">
              <a:ext uri="{FF2B5EF4-FFF2-40B4-BE49-F238E27FC236}">
                <a16:creationId xmlns:a16="http://schemas.microsoft.com/office/drawing/2014/main" id="{F3AB21B5-26F3-49AE-8DA7-3AC8F4B83B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107" name="Google Shape;107;p25">
            <a:extLst xmlns:a="http://schemas.openxmlformats.org/drawingml/2006/main">
              <a:ext uri="{FF2B5EF4-FFF2-40B4-BE49-F238E27FC236}">
                <a16:creationId xmlns:a16="http://schemas.microsoft.com/office/drawing/2014/main" id="{AC26ADE3-18B6-439B-940F-CEFDCCDF66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b9099805bc6421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781669" y="4470025"/>
            <a:ext cx="1362331" cy="572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8" name="Google Shape;108;p25">
            <a:extLst xmlns:a="http://schemas.openxmlformats.org/drawingml/2006/main">
              <a:ext uri="{FF2B5EF4-FFF2-40B4-BE49-F238E27FC236}">
                <a16:creationId xmlns:a16="http://schemas.microsoft.com/office/drawing/2014/main" id="{C2D81F12-CF9A-4902-B21C-21D154BBE1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2868ca72190493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44002" cy="793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73" r:id="R58f4283a5d324591"/>
    <p:sldLayoutId xmlns:r="http://schemas.openxmlformats.org/officeDocument/2006/relationships" id="2147483674" r:id="R854f15b834634999"/>
    <p:sldLayoutId xmlns:r="http://schemas.openxmlformats.org/officeDocument/2006/relationships" id="2147483675" r:id="R51b99f66690646ad"/>
    <p:sldLayoutId xmlns:r="http://schemas.openxmlformats.org/officeDocument/2006/relationships" id="2147483676" r:id="Rfc8017a6c9c54749"/>
    <p:sldLayoutId xmlns:r="http://schemas.openxmlformats.org/officeDocument/2006/relationships" id="2147483677" r:id="R73044e59a6604fcc"/>
    <p:sldLayoutId xmlns:r="http://schemas.openxmlformats.org/officeDocument/2006/relationships" id="2147483678" r:id="R02f0d145e7f447a4"/>
    <p:sldLayoutId xmlns:r="http://schemas.openxmlformats.org/officeDocument/2006/relationships" id="2147483679" r:id="Raa2d5da1828341cf"/>
    <p:sldLayoutId xmlns:r="http://schemas.openxmlformats.org/officeDocument/2006/relationships" id="2147483680" r:id="R984408a267de46bd"/>
    <p:sldLayoutId xmlns:r="http://schemas.openxmlformats.org/officeDocument/2006/relationships" id="2147483681" r:id="R41812b3271ca4911"/>
    <p:sldLayoutId xmlns:r="http://schemas.openxmlformats.org/officeDocument/2006/relationships" id="2147483682" r:id="Raac8c749d695447e"/>
    <p:sldLayoutId xmlns:r="http://schemas.openxmlformats.org/officeDocument/2006/relationships" id="2147483683" r:id="Re123899427b640bd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oDA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3A64A4"/>
      </a:accent1>
      <a:accent2>
        <a:srgbClr val="0073BB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Dar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SoDA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3A64A4"/>
      </a:accent1>
      <a:accent2>
        <a:srgbClr val="BA3554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Dar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4.xml><?xml version="1.0" encoding="utf-8"?>
<a:theme xmlns:a="http://schemas.openxmlformats.org/drawingml/2006/main" name="SoDA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3A64A4"/>
      </a:accent1>
      <a:accent2>
        <a:srgbClr val="0073BB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Dar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960679349cd476c" /><Relationship Type="http://schemas.openxmlformats.org/officeDocument/2006/relationships/notesSlide" Target="/ppt/notesSlides/notesSlide1.xml" Id="R52b9a6bcd7be4c4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4" name="Google Shape;184;p40">
            <a:extLst xmlns:a="http://schemas.openxmlformats.org/drawingml/2006/main">
              <a:ext uri="{FF2B5EF4-FFF2-40B4-BE49-F238E27FC236}">
                <a16:creationId xmlns:a16="http://schemas.microsoft.com/office/drawing/2014/main" id="{BA784ADF-45EA-42A4-94B0-9024845655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9750" y="2263950"/>
            <a:ext cx="8404500" cy="609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914400" lvl="0" indent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>SoDA theme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48510871"/>
      </p:ext>
    </p:extLst>
  </p:cSld>
</p:sld>
</file>

<file path=ppt/theme/theme1.xml><?xml version="1.0" encoding="utf-8"?>
<a:theme xmlns:a="http://schemas.openxmlformats.org/drawingml/2006/main" name="SoDA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3A64A4"/>
      </a:accent1>
      <a:accent2>
        <a:srgbClr val="0073BB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Dar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2026-10-17T20:53:47.4560000Z</dcterms:created>
  <dcterms:modified xsi:type="dcterms:W3CDTF">2026-10-17T20:53:47.4560000Z</dcterms:modified>
</coreProperties>
</file>