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9aeb011fec4957" /><Relationship Type="http://schemas.openxmlformats.org/officeDocument/2006/relationships/extended-properties" Target="/docProps/app.xml" Id="Reb1f169257804627" /><Relationship Type="http://schemas.openxmlformats.org/officeDocument/2006/relationships/officeDocument" Target="/ppt/presentation.xml" Id="Reb23e170e6fe46b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fedf9e5ecdc4f7b"/>
    <p:sldMasterId xmlns:r="http://schemas.openxmlformats.org/officeDocument/2006/relationships" id="2147483660" r:id="R601bb4e1c31b4a0d"/>
    <p:sldMasterId xmlns:r="http://schemas.openxmlformats.org/officeDocument/2006/relationships" id="2147483672" r:id="Rb7c34305ba004e60"/>
  </p:sldMasterIdLst>
  <p:notesMasterIdLst>
    <p:notesMasterId xmlns:r="http://schemas.openxmlformats.org/officeDocument/2006/relationships" r:id="Rcf399c67e3164f48"/>
  </p:notesMasterIdLst>
  <p:sldIdLst>
    <p:sldId xmlns:r="http://schemas.openxmlformats.org/officeDocument/2006/relationships" id="256" r:id="Rb8ac574eb46a4711"/>
    <p:sldId xmlns:r="http://schemas.openxmlformats.org/officeDocument/2006/relationships" id="257" r:id="R2dbf9598459c41f3"/>
    <p:sldId xmlns:r="http://schemas.openxmlformats.org/officeDocument/2006/relationships" id="258" r:id="R34e77e7e72684fc9"/>
    <p:sldId xmlns:r="http://schemas.openxmlformats.org/officeDocument/2006/relationships" id="259" r:id="Rd9a7c8514c1f4cb6"/>
    <p:sldId xmlns:r="http://schemas.openxmlformats.org/officeDocument/2006/relationships" id="260" r:id="R53b76a867fa841fb"/>
    <p:sldId xmlns:r="http://schemas.openxmlformats.org/officeDocument/2006/relationships" id="261" r:id="R65ea3ec71e0b4ea3"/>
    <p:sldId xmlns:r="http://schemas.openxmlformats.org/officeDocument/2006/relationships" id="262" r:id="Rbcaabc5b554e48c0"/>
    <p:sldId xmlns:r="http://schemas.openxmlformats.org/officeDocument/2006/relationships" id="263" r:id="Rfa70531ab34b4941"/>
    <p:sldId xmlns:r="http://schemas.openxmlformats.org/officeDocument/2006/relationships" id="264" r:id="R585eddd9b7754b76"/>
    <p:sldId xmlns:r="http://schemas.openxmlformats.org/officeDocument/2006/relationships" id="265" r:id="R644e8118d0cb4f0c"/>
    <p:sldId xmlns:r="http://schemas.openxmlformats.org/officeDocument/2006/relationships" id="266" r:id="R97f4f9f9504249c9"/>
    <p:sldId xmlns:r="http://schemas.openxmlformats.org/officeDocument/2006/relationships" id="267" r:id="Rbcec776c81d04058"/>
    <p:sldId xmlns:r="http://schemas.openxmlformats.org/officeDocument/2006/relationships" id="268" r:id="Re3030d9204fa4ef3"/>
    <p:sldId xmlns:r="http://schemas.openxmlformats.org/officeDocument/2006/relationships" id="269" r:id="R3b90da4b6c824565"/>
    <p:sldId xmlns:r="http://schemas.openxmlformats.org/officeDocument/2006/relationships" id="270" r:id="R64082e9b473c4856"/>
    <p:sldId xmlns:r="http://schemas.openxmlformats.org/officeDocument/2006/relationships" id="271" r:id="R679ed75288ae453f"/>
    <p:sldId xmlns:r="http://schemas.openxmlformats.org/officeDocument/2006/relationships" id="272" r:id="R87c058175e9d4116"/>
    <p:sldId xmlns:r="http://schemas.openxmlformats.org/officeDocument/2006/relationships" id="273" r:id="R6487e488928c4f7f"/>
    <p:sldId xmlns:r="http://schemas.openxmlformats.org/officeDocument/2006/relationships" id="274" r:id="Ra1fdf95f7bcf47f9"/>
    <p:sldId xmlns:r="http://schemas.openxmlformats.org/officeDocument/2006/relationships" id="275" r:id="R227a582450ff408f"/>
    <p:sldId xmlns:r="http://schemas.openxmlformats.org/officeDocument/2006/relationships" id="276" r:id="Red3451b80fc54773"/>
    <p:sldId xmlns:r="http://schemas.openxmlformats.org/officeDocument/2006/relationships" id="277" r:id="R0df8bb4fe9e54deb"/>
    <p:sldId xmlns:r="http://schemas.openxmlformats.org/officeDocument/2006/relationships" id="278" r:id="R3cf48c9af79f4509"/>
    <p:sldId xmlns:r="http://schemas.openxmlformats.org/officeDocument/2006/relationships" id="279" r:id="R986f9cd12b324c78"/>
    <p:sldId xmlns:r="http://schemas.openxmlformats.org/officeDocument/2006/relationships" id="280" r:id="R66f2638a297e4189"/>
    <p:sldId xmlns:r="http://schemas.openxmlformats.org/officeDocument/2006/relationships" id="281" r:id="R226f65c05bdf427f"/>
    <p:sldId xmlns:r="http://schemas.openxmlformats.org/officeDocument/2006/relationships" id="282" r:id="R711976cb2ba04abe"/>
    <p:sldId xmlns:r="http://schemas.openxmlformats.org/officeDocument/2006/relationships" id="283" r:id="Rbffa23ba888c42d6"/>
    <p:sldId xmlns:r="http://schemas.openxmlformats.org/officeDocument/2006/relationships" id="284" r:id="Re8ca7502ee2448ec"/>
    <p:sldId xmlns:r="http://schemas.openxmlformats.org/officeDocument/2006/relationships" id="285" r:id="R4dc72d5b703f40b9"/>
    <p:sldId xmlns:r="http://schemas.openxmlformats.org/officeDocument/2006/relationships" id="286" r:id="R1d3d202c7ba340a6"/>
    <p:sldId xmlns:r="http://schemas.openxmlformats.org/officeDocument/2006/relationships" id="287" r:id="R7392d001373749c9"/>
    <p:sldId xmlns:r="http://schemas.openxmlformats.org/officeDocument/2006/relationships" id="288" r:id="R5c0a8561c3aa4808"/>
    <p:sldId xmlns:r="http://schemas.openxmlformats.org/officeDocument/2006/relationships" id="289" r:id="Rd34bf62d53ff4513"/>
    <p:sldId xmlns:r="http://schemas.openxmlformats.org/officeDocument/2006/relationships" id="290" r:id="R82c4044761254c34"/>
    <p:sldId xmlns:r="http://schemas.openxmlformats.org/officeDocument/2006/relationships" id="291" r:id="Reeb6be8a0d614889"/>
    <p:sldId xmlns:r="http://schemas.openxmlformats.org/officeDocument/2006/relationships" id="292" r:id="R510c672046f54095"/>
    <p:sldId xmlns:r="http://schemas.openxmlformats.org/officeDocument/2006/relationships" id="293" r:id="Rc22e9b6062c4451c"/>
  </p:sldIdLst>
  <p:sldSz cx="9144000" cy="5143500"/>
  <p:notesSz cx="6858000" cy="9144000"/>
  <p:embeddedFontLst>
    <p:embeddedFont>
      <p:font typeface="Space Grotesk"/>
      <p:regular xmlns:r="http://schemas.openxmlformats.org/officeDocument/2006/relationships" r:id="R91e4535eaf15413c"/>
      <p:bold xmlns:r="http://schemas.openxmlformats.org/officeDocument/2006/relationships" r:id="R89344807e7c74f50"/>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405D7841-274B-4D02-AC70-5A723B148DC5}">
  <a:tblStyle styleId="{405D7841-274B-4D02-AC70-5A723B148DC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0c89ac2c9a4d4ee1" /><Relationship Type="http://schemas.openxmlformats.org/officeDocument/2006/relationships/slideMaster" Target="/ppt/slideMasters/slideMaster1.xml" Id="R2fedf9e5ecdc4f7b" /><Relationship Type="http://schemas.openxmlformats.org/officeDocument/2006/relationships/slideMaster" Target="/ppt/slideMasters/slideMaster2.xml" Id="R601bb4e1c31b4a0d" /><Relationship Type="http://schemas.openxmlformats.org/officeDocument/2006/relationships/slideMaster" Target="/ppt/slideMasters/slideMaster3.xml" Id="Rb7c34305ba004e60" /><Relationship Type="http://schemas.openxmlformats.org/officeDocument/2006/relationships/notesMaster" Target="/ppt/notesMasters/notesMaster1.xml" Id="Rcf399c67e3164f48" /><Relationship Type="http://schemas.openxmlformats.org/officeDocument/2006/relationships/presProps" Target="/ppt/presProps.xml" Id="R5620fc32a0164ddf" /><Relationship Type="http://schemas.openxmlformats.org/officeDocument/2006/relationships/tableStyles" Target="/ppt/tableStyles.xml" Id="R1f6a3b593cf445f3" /><Relationship Type="http://schemas.openxmlformats.org/officeDocument/2006/relationships/font" Target="/ppt/fonts/font.dat" Id="R91e4535eaf15413c" /><Relationship Type="http://schemas.openxmlformats.org/officeDocument/2006/relationships/font" Target="/ppt/fonts/font2.dat" Id="R89344807e7c74f50" /><Relationship Type="http://schemas.openxmlformats.org/officeDocument/2006/relationships/slide" Target="/ppt/slides/slide1.xml" Id="Rb8ac574eb46a4711" /><Relationship Type="http://schemas.openxmlformats.org/officeDocument/2006/relationships/slide" Target="/ppt/slides/slide2.xml" Id="R2dbf9598459c41f3" /><Relationship Type="http://schemas.openxmlformats.org/officeDocument/2006/relationships/slide" Target="/ppt/slides/slide3.xml" Id="R34e77e7e72684fc9" /><Relationship Type="http://schemas.openxmlformats.org/officeDocument/2006/relationships/slide" Target="/ppt/slides/slide4.xml" Id="Rd9a7c8514c1f4cb6" /><Relationship Type="http://schemas.openxmlformats.org/officeDocument/2006/relationships/slide" Target="/ppt/slides/slide5.xml" Id="R53b76a867fa841fb" /><Relationship Type="http://schemas.openxmlformats.org/officeDocument/2006/relationships/slide" Target="/ppt/slides/slide6.xml" Id="R65ea3ec71e0b4ea3" /><Relationship Type="http://schemas.openxmlformats.org/officeDocument/2006/relationships/slide" Target="/ppt/slides/slide7.xml" Id="Rbcaabc5b554e48c0" /><Relationship Type="http://schemas.openxmlformats.org/officeDocument/2006/relationships/slide" Target="/ppt/slides/slide8.xml" Id="Rfa70531ab34b4941" /><Relationship Type="http://schemas.openxmlformats.org/officeDocument/2006/relationships/slide" Target="/ppt/slides/slide9.xml" Id="R585eddd9b7754b76" /><Relationship Type="http://schemas.openxmlformats.org/officeDocument/2006/relationships/slide" Target="/ppt/slides/slide10.xml" Id="R644e8118d0cb4f0c" /><Relationship Type="http://schemas.openxmlformats.org/officeDocument/2006/relationships/slide" Target="/ppt/slides/slide11.xml" Id="R97f4f9f9504249c9" /><Relationship Type="http://schemas.openxmlformats.org/officeDocument/2006/relationships/slide" Target="/ppt/slides/slide12.xml" Id="Rbcec776c81d04058" /><Relationship Type="http://schemas.openxmlformats.org/officeDocument/2006/relationships/slide" Target="/ppt/slides/slide13.xml" Id="Re3030d9204fa4ef3" /><Relationship Type="http://schemas.openxmlformats.org/officeDocument/2006/relationships/slide" Target="/ppt/slides/slide14.xml" Id="R3b90da4b6c824565" /><Relationship Type="http://schemas.openxmlformats.org/officeDocument/2006/relationships/slide" Target="/ppt/slides/slide15.xml" Id="R64082e9b473c4856" /><Relationship Type="http://schemas.openxmlformats.org/officeDocument/2006/relationships/slide" Target="/ppt/slides/slide16.xml" Id="R679ed75288ae453f" /><Relationship Type="http://schemas.openxmlformats.org/officeDocument/2006/relationships/slide" Target="/ppt/slides/slide17.xml" Id="R87c058175e9d4116" /><Relationship Type="http://schemas.openxmlformats.org/officeDocument/2006/relationships/slide" Target="/ppt/slides/slide18.xml" Id="R6487e488928c4f7f" /><Relationship Type="http://schemas.openxmlformats.org/officeDocument/2006/relationships/slide" Target="/ppt/slides/slide19.xml" Id="Ra1fdf95f7bcf47f9" /><Relationship Type="http://schemas.openxmlformats.org/officeDocument/2006/relationships/slide" Target="/ppt/slides/slide20.xml" Id="R227a582450ff408f" /><Relationship Type="http://schemas.openxmlformats.org/officeDocument/2006/relationships/slide" Target="/ppt/slides/slide21.xml" Id="Red3451b80fc54773" /><Relationship Type="http://schemas.openxmlformats.org/officeDocument/2006/relationships/slide" Target="/ppt/slides/slide22.xml" Id="R0df8bb4fe9e54deb" /><Relationship Type="http://schemas.openxmlformats.org/officeDocument/2006/relationships/slide" Target="/ppt/slides/slide23.xml" Id="R3cf48c9af79f4509" /><Relationship Type="http://schemas.openxmlformats.org/officeDocument/2006/relationships/slide" Target="/ppt/slides/slide24.xml" Id="R986f9cd12b324c78" /><Relationship Type="http://schemas.openxmlformats.org/officeDocument/2006/relationships/slide" Target="/ppt/slides/slide25.xml" Id="R66f2638a297e4189" /><Relationship Type="http://schemas.openxmlformats.org/officeDocument/2006/relationships/slide" Target="/ppt/slides/slide26.xml" Id="R226f65c05bdf427f" /><Relationship Type="http://schemas.openxmlformats.org/officeDocument/2006/relationships/slide" Target="/ppt/slides/slide27.xml" Id="R711976cb2ba04abe" /><Relationship Type="http://schemas.openxmlformats.org/officeDocument/2006/relationships/slide" Target="/ppt/slides/slide28.xml" Id="Rbffa23ba888c42d6" /><Relationship Type="http://schemas.openxmlformats.org/officeDocument/2006/relationships/slide" Target="/ppt/slides/slide29.xml" Id="Re8ca7502ee2448ec" /><Relationship Type="http://schemas.openxmlformats.org/officeDocument/2006/relationships/slide" Target="/ppt/slides/slide30.xml" Id="R4dc72d5b703f40b9" /><Relationship Type="http://schemas.openxmlformats.org/officeDocument/2006/relationships/slide" Target="/ppt/slides/slide31.xml" Id="R1d3d202c7ba340a6" /><Relationship Type="http://schemas.openxmlformats.org/officeDocument/2006/relationships/slide" Target="/ppt/slides/slide32.xml" Id="R7392d001373749c9" /><Relationship Type="http://schemas.openxmlformats.org/officeDocument/2006/relationships/slide" Target="/ppt/slides/slide33.xml" Id="R5c0a8561c3aa4808" /><Relationship Type="http://schemas.openxmlformats.org/officeDocument/2006/relationships/slide" Target="/ppt/slides/slide34.xml" Id="Rd34bf62d53ff4513" /><Relationship Type="http://schemas.openxmlformats.org/officeDocument/2006/relationships/slide" Target="/ppt/slides/slide35.xml" Id="R82c4044761254c34" /><Relationship Type="http://schemas.openxmlformats.org/officeDocument/2006/relationships/slide" Target="/ppt/slides/slide36.xml" Id="Reeb6be8a0d614889" /><Relationship Type="http://schemas.openxmlformats.org/officeDocument/2006/relationships/slide" Target="/ppt/slides/slide37.xml" Id="R510c672046f54095" /><Relationship Type="http://schemas.openxmlformats.org/officeDocument/2006/relationships/slide" Target="/ppt/slides/slide38.xml" Id="Rc22e9b6062c445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60b22416c3854c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SoDA Dark">
  <a:themeElements>
    <a:clrScheme name="Simple Dark">
      <a:dk1>
        <a:srgbClr val="FFFFFF"/>
      </a:dk1>
      <a:lt1>
        <a:srgbClr val="212121"/>
      </a:lt1>
      <a:dk2>
        <a:srgbClr val="303030"/>
      </a:dk2>
      <a:lt2>
        <a:srgbClr val="ADADAD"/>
      </a:lt2>
      <a:accent1>
        <a:srgbClr val="3A64A4"/>
      </a:accent1>
      <a:accent2>
        <a:srgbClr val="0073BB"/>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27c3f5ce1b4c47" /><Relationship Type="http://schemas.openxmlformats.org/officeDocument/2006/relationships/notesMaster" Target="/ppt/notesMasters/notesMaster1.xml" Id="R43fa8c4331074c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54741dcde24420" /><Relationship Type="http://schemas.openxmlformats.org/officeDocument/2006/relationships/notesMaster" Target="/ppt/notesMasters/notesMaster1.xml" Id="R1222da6b512241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b642cc534b46c8" /><Relationship Type="http://schemas.openxmlformats.org/officeDocument/2006/relationships/notesMaster" Target="/ppt/notesMasters/notesMaster1.xml" Id="R7f8f3159361f45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511b7540bc444a" /><Relationship Type="http://schemas.openxmlformats.org/officeDocument/2006/relationships/notesMaster" Target="/ppt/notesMasters/notesMaster1.xml" Id="Rb638392fb7a44b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b59eeaf4c94aff" /><Relationship Type="http://schemas.openxmlformats.org/officeDocument/2006/relationships/notesMaster" Target="/ppt/notesMasters/notesMaster1.xml" Id="R885d361862de4f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03be9bbcb543df" /><Relationship Type="http://schemas.openxmlformats.org/officeDocument/2006/relationships/notesMaster" Target="/ppt/notesMasters/notesMaster1.xml" Id="Rfded63d50fee46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7af76814e44b4c" /><Relationship Type="http://schemas.openxmlformats.org/officeDocument/2006/relationships/notesMaster" Target="/ppt/notesMasters/notesMaster1.xml" Id="Rd55ea33cbb6d4a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e6053c70fe4b8c" /><Relationship Type="http://schemas.openxmlformats.org/officeDocument/2006/relationships/notesMaster" Target="/ppt/notesMasters/notesMaster1.xml" Id="Ra58ae5ccb2564c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be0092ea144eff" /><Relationship Type="http://schemas.openxmlformats.org/officeDocument/2006/relationships/notesMaster" Target="/ppt/notesMasters/notesMaster1.xml" Id="Rec6f84c50e884e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7f5b387b754f00" /><Relationship Type="http://schemas.openxmlformats.org/officeDocument/2006/relationships/notesMaster" Target="/ppt/notesMasters/notesMaster1.xml" Id="Rae5299c2105f46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fdb96853db49d8" /><Relationship Type="http://schemas.openxmlformats.org/officeDocument/2006/relationships/notesMaster" Target="/ppt/notesMasters/notesMaster1.xml" Id="R4b8d03ceff2d47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36bc6d6f0845b1" /><Relationship Type="http://schemas.openxmlformats.org/officeDocument/2006/relationships/notesMaster" Target="/ppt/notesMasters/notesMaster1.xml" Id="R39ddfb111caf4a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7daba92ac643ca" /><Relationship Type="http://schemas.openxmlformats.org/officeDocument/2006/relationships/notesMaster" Target="/ppt/notesMasters/notesMaster1.xml" Id="Rb2e8ed02384c47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ad084ed54742fb" /><Relationship Type="http://schemas.openxmlformats.org/officeDocument/2006/relationships/notesMaster" Target="/ppt/notesMasters/notesMaster1.xml" Id="R439f14af97ee41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afe0df45314748" /><Relationship Type="http://schemas.openxmlformats.org/officeDocument/2006/relationships/notesMaster" Target="/ppt/notesMasters/notesMaster1.xml" Id="Rc560778c91f645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cda5fc05634528" /><Relationship Type="http://schemas.openxmlformats.org/officeDocument/2006/relationships/notesMaster" Target="/ppt/notesMasters/notesMaster1.xml" Id="Rfd0c7fd20fb945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129a6b0cc941e7" /><Relationship Type="http://schemas.openxmlformats.org/officeDocument/2006/relationships/notesMaster" Target="/ppt/notesMasters/notesMaster1.xml" Id="R1e72305f6483480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afb6f8051f4195" /><Relationship Type="http://schemas.openxmlformats.org/officeDocument/2006/relationships/notesMaster" Target="/ppt/notesMasters/notesMaster1.xml" Id="Rb1d2e0ae8af4413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451a961cdc45ef" /><Relationship Type="http://schemas.openxmlformats.org/officeDocument/2006/relationships/notesMaster" Target="/ppt/notesMasters/notesMaster1.xml" Id="Rb79b2ff035dc42d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7bc4a8924d40e3" /><Relationship Type="http://schemas.openxmlformats.org/officeDocument/2006/relationships/notesMaster" Target="/ppt/notesMasters/notesMaster1.xml" Id="R1a1db6a983794cd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1fab20d2eb46d9" /><Relationship Type="http://schemas.openxmlformats.org/officeDocument/2006/relationships/notesMaster" Target="/ppt/notesMasters/notesMaster1.xml" Id="R331265668dcc406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63569e4abc4422" /><Relationship Type="http://schemas.openxmlformats.org/officeDocument/2006/relationships/notesMaster" Target="/ppt/notesMasters/notesMaster1.xml" Id="R694fd049ed5f4f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5cbc2c61d541c1" /><Relationship Type="http://schemas.openxmlformats.org/officeDocument/2006/relationships/notesMaster" Target="/ppt/notesMasters/notesMaster1.xml" Id="R19657534c9124a5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366baf3dd6476b" /><Relationship Type="http://schemas.openxmlformats.org/officeDocument/2006/relationships/notesMaster" Target="/ppt/notesMasters/notesMaster1.xml" Id="R9329e3da35e4411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eb0d554e6e249e1" /><Relationship Type="http://schemas.openxmlformats.org/officeDocument/2006/relationships/notesMaster" Target="/ppt/notesMasters/notesMaster1.xml" Id="Ra81264e3b6404b3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e74cc7e98a4038" /><Relationship Type="http://schemas.openxmlformats.org/officeDocument/2006/relationships/notesMaster" Target="/ppt/notesMasters/notesMaster1.xml" Id="R35676ffeb96c42e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19284a2743b4793" /><Relationship Type="http://schemas.openxmlformats.org/officeDocument/2006/relationships/notesMaster" Target="/ppt/notesMasters/notesMaster1.xml" Id="R1baa6c10c7d645a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3feb7e2da334d2e" /><Relationship Type="http://schemas.openxmlformats.org/officeDocument/2006/relationships/notesMaster" Target="/ppt/notesMasters/notesMaster1.xml" Id="R22860fd4af594c7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5078ad135da41f4" /><Relationship Type="http://schemas.openxmlformats.org/officeDocument/2006/relationships/notesMaster" Target="/ppt/notesMasters/notesMaster1.xml" Id="R5e269f9dcd59454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e91f048979d4962" /><Relationship Type="http://schemas.openxmlformats.org/officeDocument/2006/relationships/notesMaster" Target="/ppt/notesMasters/notesMaster1.xml" Id="Rac18dddfc6484df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b07c85388244e97" /><Relationship Type="http://schemas.openxmlformats.org/officeDocument/2006/relationships/notesMaster" Target="/ppt/notesMasters/notesMaster1.xml" Id="Rc1fac2c340234f0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e8e663cda3c43d2" /><Relationship Type="http://schemas.openxmlformats.org/officeDocument/2006/relationships/notesMaster" Target="/ppt/notesMasters/notesMaster1.xml" Id="R812c103125af457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4580bef6480445c" /><Relationship Type="http://schemas.openxmlformats.org/officeDocument/2006/relationships/notesMaster" Target="/ppt/notesMasters/notesMaster1.xml" Id="R8701166ad0e5454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54e193cce1b4902" /><Relationship Type="http://schemas.openxmlformats.org/officeDocument/2006/relationships/notesMaster" Target="/ppt/notesMasters/notesMaster1.xml" Id="Rc652a5a790284a4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b2076a980524100" /><Relationship Type="http://schemas.openxmlformats.org/officeDocument/2006/relationships/notesMaster" Target="/ppt/notesMasters/notesMaster1.xml" Id="Rfc6dc9b671f44c7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309666fd0984ad8" /><Relationship Type="http://schemas.openxmlformats.org/officeDocument/2006/relationships/notesMaster" Target="/ppt/notesMasters/notesMaster1.xml" Id="Rda8c7910f70b464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52af96482844398" /><Relationship Type="http://schemas.openxmlformats.org/officeDocument/2006/relationships/notesMaster" Target="/ppt/notesMasters/notesMaster1.xml" Id="R0d253d8e1b48475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046e06a3ed44248" /><Relationship Type="http://schemas.openxmlformats.org/officeDocument/2006/relationships/notesMaster" Target="/ppt/notesMasters/notesMaster1.xml" Id="Rc06b0dbd55aa46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0:00–0:01. Welcome students to SoDA. This is a 60-minute workshop. Ask who has trained a model in a notebook and who has let somebody else use one. Today we will follow one small model all the way into a working application. Room: PSH 150. Event date and primary owner remain TBD. Start time is 7:30 PM Arizona time. Begin with 15 minutes of concepts. Keep the live application closed until slide 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0:01–0:02. Assume no ML experience. Start with a handwritten 3 on the board. The image is input, the number 3 is its label, and the model learns a rule from many examples. Later it predicts a digit for a new image. Input measurements are also called features. In this workshop they are pixel brightness values. A model can make mistakes. We use a supervised learning example, but not all ML uses labeled examples. No live app or code yet.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0:02–0:03. Explain inference as the technical name for using a model to make a prediction. Training is like practice with answer keys, while inference is answering a new question. The deployed model in this demo does not learn automatically from every request. Retraining is a separate process. The analogy is a teaching aid, not a claim that a model reasons like a person.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0:03–0:05. Say the full name aloud. Operations means keeping an application usable after people start relying on it. Production means a real environment where people or other systems use the application. MLOps connects the people developing models with the people releasing and operating software, with shared checks and responsibilities. It covers the lifecycle, not one product or tool. The goal here is to understand the practices before naming cloud tools. Source: https://docs.cloud.google.com/architecture/mlops-continuous-delivery-and-automation-pipelines-in-machine-learning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0:05–0:06. Ask: what breaks if I send a notebook file to a friend and ask them to use the model? Elicit missing dependencies, environment state, input assumptions, and no running service. MLOps is the practice around making this model usable and maintaining it over time. Avoid implying one workshop demonstrates an entire production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0:06–0:07. Define artifact as a saved output of a process. Here the model artifact is a file containing the fitted pipeline. Versioning means giving each revision an identity so a team can find it again. A model can change when the training data changes, even if the source code does not. A model registry is a catalog of saved models and their metadata; this workshop uses files and metadata.json instead. Example: identify the model that made yesterday’s wrong prediction. Source: https://learn.microsoft.com/en-us/azure/architecture/ai-ml/guide/machine-learning-operations-v2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0:07–0:08. Explain reproducibility as being able to repeat a process and account for its results. Clicking notebook cells in an unknown order can hide state. A script makes the order explicit. Later, sklearn Pipeline will refer specifically to preprocessing plus prediction. A full ML workflow also includes data preparation, evaluation, and release steps. A fixed seed helps repeat a split; it does not guarantee identical behavior on every computer. Source: https://docs.cloud.google.com/architecture/mlops-continuous-delivery-and-automation-pipelines-in-machine-learning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0:08–0:09. Define API as an interface that lets one program ask another program to do something. A request is the message sent in, and a response is the message returned. A server is a computer or process that answers requests. Our API takes a digit image represented as numbers and returns a predicted digit. Deployment means making a release available in its target environment. You can serve a model on your own computer before deploying it to a host. Docker later provides a container, a package for the app and its runtime dependencies. These are plain-language definitions for this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0:09–0:10. A service may answer quickly and still predict the wrong digit. Define latency as how long a request takes, and accuracy as the fraction of labeled examples predicted correctly. Explain that you can often observe service failures immediately, while checking correctness requires the real answer. A green health endpoint does not certify model quality. This distinction motivates both the tests and the monitoring demo. Source: https://learn.microsoft.com/en-us/azure/machine-learning/concept-model-monitoring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0:10–0:12. Distribution means the patterns and frequencies in the examples a model receives. Drift can happen while the code stays unchanged. Ask students to suggest a new source of digit images. A drift signal is a reason to investigate, not proof that accuracy fell. Feedback means obtaining actual outcomes or labels so you can check predictions. If changes justify a new model, prepare data, train a candidate, evaluate it, and decide whether to release it. Retraining does not automatically fix a data or software bug. In the live exercise, brightness changes will illustrate one narrow input signal. Source: https://learn.microsoft.com/en-us/azure/machine-learning/concept-model-monitoring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0:12–0:13. Expand CI as continuous integration. It combines code changes with automated checks. Here CD means continuous delivery: preparing a releasable version, with deployment still allowed to be manual. Continuous deployment is the related practice of automatically releasing passing changes. Retraining is a separate workflow; it does not mean automatically deploying the new model. Define rollback as returning to a known-good release if a change causes problems. We demonstrate manual deployment and include a GitHub Actions test/build workflow. Students do not need to memorize the acronyms. Source: https://docs.cloud.google.com/architecture/mlops-continuous-delivery-and-automation-pipelines-in-machine-learning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0:13–0:14. Pause before showing tools. The correct response is to investigate with evidence: a fast response alone does not establish service correctness or model correctness. Inspect the input, preprocessing, loaded model version, and true label. The error could be an unfamiliar input, a model limitation, or an application bug. Ask someone to explain the difference between training and inference in their own words. Then introduce the lifecycle as a map for the practical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0:14–0:15. Connect the concepts to the next 45 minutes: 3 minutes of demo/setup, 9 training, 9 packaging, 10 deployment, 9 monitoring, and 5 recap/questions. Students use their own Codespaces. You demonstrate one shared hosted deployment. The process labels come from the workshop brief.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0:15–0:16. Switch to the live browser. Select digit 3 and click Predict. Then draw a digit. If it fails, keep that example: it illustrates a mismatch between the training distribution and a person's handwriting. Scores are not calibrated probabilities of correctness. This screenshot comes from the running repository application. Show the 8×8 preview: it is the exact payload image. Cropping, centering, and averaging the canvas avoids the small-drawing failure where every digit was predicted as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0:16–0:18. Share the actual workshop repository URL verbally or through the event channel. Do not reuse the old deck's vibe-to-prod URL. Students need a GitHub account and available Codespaces quota. The first container setup can take several minutes. Have officers help and let students pair. After a Codespace restart, the server must be started again. Source: https://docs.github.com/en/codespaces/about-codespaces/deep-dive Ask students to open their Codespace during arrival so its setup can finish during the concept introduction. This slide starts the actual app.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0:18–0:18:30. Open notebooks/01_train.ipynb. Select the Python 3.12 kernel. Explain that the script and notebook use the same split and model pipeline.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0:18:30–0:20. Run the data inspection cell and print the first image's pixel matrix. This is sklearn load_digits, not the 28×28 MNIST dataset. Source: https://scikit-learn.org/stable/modules/generated/sklearn.datasets.load_digits.html. Original dataset: UCI Optical Recognition of Handwritten Digits, E. Alpaydin and C. Kaynak.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0:20–0:21:30. Run split_data(). The stratified split uses 20% for testing and seed 42. The fitted scaler must not see the test data during fit. If systematically tuning hyperparameters, add a validation split and keep a final untouched test set. Source: https://scikit-learn.org/stable/common_pitfalls.html. Counts verified by repository execution.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0:21:30–0:23. Run the model cell. Scaling is learned from training examples and applied unchanged at prediction time. Packaging only the classifier would create a training/serving mismatch. The actual script also sets random_state=42. This is a shortened excerpt, not the full training command. Source: https://scikit-learn.org/stable/common_pitfalls.html The SVC is a nonlinear classifier. MinMaxScaler learns feature ranges on training data. Both evaluation and the API choose the highest-probability class. Classes are ordered 0–9 here. Do not substitute SVC.predict(), which can disagree with its probability estimates.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0:23–0:24. The revised model correctly classified 357 of 360 examples in the existing test split using the same probability-argmax rule as the API. Show the confusion matrix. The script blocks packaging below 93%. This score is specific to this dataset and split, not general handwriting accuracy. The model was revised after testing drawing failures, so this split is now a regression benchmark rather than a fresh independent estimate. Source: ml/train.py with SVC C=10.0 and seed 42.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0:24–0:27. Give students two minutes, then ask for a one-sentence answer. Inspect artifacts/metadata.json. The artifact hash identifies serialized bytes. Metadata records data identity, split seed, code hash, hyperparameters, and dependency versions. Samples are public held-out examples. Only load trusted joblib files. Source: https://scikit-learn.org/stable/model_persistence.html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0:27–0:27:30. Move from notebooks to app/main.py. A fitted artifact is one part of the serving application. The request schema tells another program how to use it. A request schema is simply a set of rules for the input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0:27:30–0:29. Open /docs and show PredictionInput. Explain JSON and HTTP briefly for students who have only used notebooks. Strict validation rejects strings, booleans, invalid lengths, extra fields, and out-of-range inputs. A class score is not a promise of correctness. Source: https://fastapi.tiangolo.com/tutorial/body/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0:29–0:30. Trace the exact flow in app/static/app.js and app/main.py. The frontend reduces the drawing to 8×8 pixels, converts brightness to 0–16, and sends JSON to /predict. The server validates before model inference. A sample uses its exact held-out pixels. The server loads the joblib artifact once in its lifespan handler. After retraining, restart the server to load the new artifact.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0:30–0:33. Run the command in a second terminal while the server stays running. Ask students to inspect /stats. Requests and errors increase. Successful predictions and the brightness window do not. Explain that client input errors and server failures both matter but are different categories. The Prometheus counter labels HTTP status. Answers are in docs/SOLUTIONS.md.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0:33–0:34:30. Run pytest. Point to test_full_holdout_api_matches_offline_evaluation: every test example runs through the API. Show one input validation case. The suite checks quality, serving parity, validation, monitoring, and startup failures. The service refuses to start on a missing artifact or checksum mismatch. The hash is an integrity check, not proof that an untrusted artifact is safe.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0:34:30–0:36. Open Dockerfile. It is a multi-stage build using Python 3.12. The runtime uses a non-root user and one worker. This small demo trains during image build for portability. In a larger ML system, training produces a separately versioned artifact that an image build or model registry promotes. Training never happens on each request. Optional container command: docker build -t soda-digit-lab:workshop . then docker run --rm -p 8001:8000 soda-digit-lab:workshop.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0:36–0:36:30. Explain that the instructor will deploy one shared app while students keep their own development servers. Students do not need hosting accounts for this workshop.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0:36:30–0:38. A forwarded port demonstrates remote access but is tied to the Codespace lifecycle. The separate hosted service continues independently, subject to its plan and host lifecycle. Render free services currently spin down after 15 minutes of inactivity and cold-start on a later request. Sources: https://docs.github.com/en/codespaces/developing-in-a-codespace/forwarding-ports-in-your-codespace and https://render.com/docs/free. Checked October 17,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0:38–0:42. Switch to Render's prepared service. Trigger Manual Deploy, deploy latest commit, on a revision you already verified. If first creating it, New → Blueprint reads render.yaml. Show the model evaluation in build logs, the health path, and the assigned URL. Keep the known-good deployment ready. While the build runs, explain that code, dependencies, and model form the release. Free-tier behavior and account availability can change. Sources: https://render.com/docs/docker, https://render.com/docs/blueprint-spec, https://render.com/docs/health-checks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0:42–0:46. Replace YOUR-SERVICE with the actual Render hostname. This is an intentional command placeholder, not an existing deployment. Ask a student to test on another device. The smoke script verifies a complete prediction, version identity, invalid-input rejection, and monitoring. A health endpoint alone does not prove the whole application works. Discuss rollback by selecting a known-good deployment or redeploying a known-good Git revision. Verify again after rollback. Source: https://render.com/docs/deploys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0:46–0:46:30. Return to each student's app, so experiments do not mix in the shared server. Ask: if /health returns ready, can the model still be wrong? Yes. Service health and prediction quality are separate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0:46:30–0:48. Show the dashboard and /metrics. Request/error totals are cumulative since process start. p95 uses the last 100 prediction-request latencies. The input window uses the last 100 valid predictions. Low score means maximum class score below 0.8. All metrics are in-memory and per process. Real deployment monitoring needs persistence and a system to aggregate and route alerts. Source: https://prometheus.io/docs/concepts/metric_types/ Define p95 before reading the dashboard: 95% of the recent measured request times are at or below this value. Define a metric as a recorded measurement.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0:48–0:51. Click Send 30 normal samples, then Send 30 brighter samples. The brighter mode adds eight to each pixel, capped at sixteen. Inputs remain valid but their distribution changes. The teaching heuristic compares the recent mean brightness with training-image mean brightness, normalized by training-image brightness standard deviation. It requires at least 20 predictions and a shift over two standard deviations. This is not a formal drift test and does not measure accuracy. Screenshot from the working application.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0:51–0:55. Give students two minutes to discuss. Answers: no, no, and trusted true-digit labels aligned with predictions. The input signal may miss drift that does not affect brightness. A high model score can still be wrong. Send 100 normal samples to replace the window, then show the alert clearing. Restarting would also clear metrics, but it discards evidence rather than demonstrating recovery.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0:55–0:57. Be precise: this workshop demonstrates the foundations, not a complete production system. Direct dependencies are pinned but there is no full immutable environment lock. The tiny model has public teaching data and no authentication or rate limiting. In real deployments, choose safeguards appropriate to traffic and data. A model registry and automated training pipeline are possible next steps, not prerequisites for understanding the lifecycle.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0:57–0:59. Have students explain the path to a neighbor. Ask them to name an artifact, an endpoint, a test, and a useful monitoring signal. Point to docs/WORKSHOP.md and docs/SOLUTIONS.md for follow-up. Stop unused Codespaces after the event. The presenter should remove the shared hosting service when no longer needed.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0:59–1:00. Take one or two questions. Suggested extension: add a validation split, compare a candidate model in a separate artifact directory, and design a feedback route for trusted labels. Ask officers for help after the session. Event date, RSVP link, and final repository URL remain organizer-supplied items.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756ec6af9d4909" /><Relationship Type="http://schemas.openxmlformats.org/officeDocument/2006/relationships/image" Target="/ppt/media/image.png" Id="R48baa2dc35684f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3838fd202b4e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1f7a47231343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2209493c3cb49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739734204643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d520311b8343d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4e480567d004cf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bcfb994753046c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4f865dcf5ec42d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38cd65e6ee34cf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029b50865144d0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9f47616c930f45b5" /><Relationship Type="http://schemas.openxmlformats.org/officeDocument/2006/relationships/image" Target="/ppt/media/image.png" Id="R4d5cf43e1396426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4503c3d5d278487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9e4330455a79475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4fd1a4f2e3bd470a"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2f0e079f7fed43a7"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5c0a877108774456"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15d2e12cf8e6472a"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f55df4dec4a24698"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49716e1b2cef4e2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7733d2880f7c4159"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b03d1809c2a34ea8"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3.xml" Id="R9aaca580050445f1" /><Relationship Type="http://schemas.openxmlformats.org/officeDocument/2006/relationships/image" Target="/ppt/media/image.png" Id="R3e2efaf2b4544449"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d4668072e80449f9"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3.xml" Id="Re0e89261386e4d3d"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16c59bbebe8046cb"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b41e2e7e27c74143"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3.xml" Id="Ra58bda3552da4075"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3.xml" Id="R376a4d6f6a9740dd"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a398f096e7dd4e5c"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xml" Id="R35c86ba44e0746ed"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3.xml" Id="R7d25edba94734805"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7be7c75fc5364bf0" /></Relationships>
</file>

<file path=ppt/slideLayouts/slideLayout1.xml><?xml version="1.0" encoding="utf-8"?>
<p:sldLayout xmlns:p="http://schemas.openxmlformats.org/presentationml/2006/main" matchingName="Title slide" type="title">
  <p:cSld name="TITLE">
    <p:bg>
      <p:bgPr>
        <a:blipFill xmlns:a="http://schemas.openxmlformats.org/drawingml/2006/main">
          <a:blip xmlns:r="http://schemas.openxmlformats.org/officeDocument/2006/relationships" r:embed="R48baa2dc35684f61">
            <a:alphaModFix/>
          </a:blip>
          <a:stretch>
            <a:fillRect l="0" t="0" r="0" b="0"/>
          </a:stretch>
        </a:blipFill>
      </p:bgPr>
    </p:bg>
    <p:spTree>
      <p:nvGrpSpPr>
        <p:cNvPr id="1" name=""/>
        <p:cNvGrpSpPr/>
        <p:nvPr/>
      </p:nvGrpSpPr>
      <p:grpSpPr>
        <a:xfrm xmlns:a="http://schemas.openxmlformats.org/drawingml/2006/main"/>
      </p:grpSpPr>
      <p:sp>
        <p:nvSpPr>
          <p:cNvPr id="16" name="Google Shape;16;p2">
            <a:extLst xmlns:a="http://schemas.openxmlformats.org/drawingml/2006/main">
              <a:ext uri="{FF2B5EF4-FFF2-40B4-BE49-F238E27FC236}">
                <a16:creationId xmlns:a16="http://schemas.microsoft.com/office/drawing/2014/main" id="{A7B9B278-895B-4CCA-9386-CA6128E717C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spAutoFit/>
          </a:bodyPr>
          <a:lstStyle xmlns:a="http://schemas.openxmlformats.org/drawingml/2006/main">
            <a:lvl1pPr algn="ctr">
              <a:spcBef>
                <a:spcPts val="0"/>
              </a:spcBef>
              <a:spcAft>
                <a:spcPts val="0"/>
              </a:spcAft>
              <a:buSzPts val="5200"/>
              <a:buFont typeface="Space Grotesk"/>
              <a:buNone/>
              <a:defRPr sz="5200" b="1">
                <a:latin typeface="Space Grotesk"/>
                <a:ea typeface="Space Grotesk"/>
                <a:cs typeface="Space Grotesk"/>
              </a:defRPr>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01443D58-AF8C-4907-B108-C74F55D5F6CD}"/>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lgn="ctr">
              <a:lnSpc>
                <a:spcPct val="100000"/>
              </a:lnSpc>
              <a:spcBef>
                <a:spcPts val="0"/>
              </a:spcBef>
              <a:spcAft>
                <a:spcPts val="0"/>
              </a:spcAft>
              <a:buSzPts val="2800"/>
              <a:buFont typeface="Space Grotesk"/>
              <a:buNone/>
              <a:defRPr sz="2800">
                <a:latin typeface="Space Grotesk"/>
                <a:ea typeface="Space Grotesk"/>
                <a:cs typeface="Space Grotesk"/>
              </a:defRPr>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8C0D86F7-7C36-4757-8291-64303B5A72EA}"/>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C0222C27-1256-457A-85C4-957E1E0844F0}"/>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1F0D4D28-FBD0-4A92-862E-732D10063496}"/>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D0B63891-C54E-42D6-B8FA-C6FF0B776E9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2A643C5B-EA2C-46E7-B7A5-9028C3945FB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2F850D4C-5AEC-4692-8C6E-D56468BE9ABF}"/>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7" name="Google Shape;27;p5">
            <a:extLst xmlns:a="http://schemas.openxmlformats.org/drawingml/2006/main">
              <a:ext uri="{FF2B5EF4-FFF2-40B4-BE49-F238E27FC236}">
                <a16:creationId xmlns:a16="http://schemas.microsoft.com/office/drawing/2014/main" id="{DDCDDC48-2C9F-447A-A5FB-CD6A1FDD6AD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8" name="Google Shape;28;p5">
            <a:extLst xmlns:a="http://schemas.openxmlformats.org/drawingml/2006/main">
              <a:ext uri="{FF2B5EF4-FFF2-40B4-BE49-F238E27FC236}">
                <a16:creationId xmlns:a16="http://schemas.microsoft.com/office/drawing/2014/main" id="{EC28DCD7-FC3B-487F-85F4-C87731E59BF0}"/>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257791AE-536C-4D30-84AE-587350CE21D1}"/>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05DC073-A19B-466F-8E0A-BA4D472D4AC7}"/>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2" name="Google Shape;32;p6">
            <a:extLst xmlns:a="http://schemas.openxmlformats.org/drawingml/2006/main">
              <a:ext uri="{FF2B5EF4-FFF2-40B4-BE49-F238E27FC236}">
                <a16:creationId xmlns:a16="http://schemas.microsoft.com/office/drawing/2014/main" id="{9AF02FD6-F248-43E6-B6C0-C6C298B5B73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33" name="Google Shape;33;p6">
            <a:extLst xmlns:a="http://schemas.openxmlformats.org/drawingml/2006/main">
              <a:ext uri="{FF2B5EF4-FFF2-40B4-BE49-F238E27FC236}">
                <a16:creationId xmlns:a16="http://schemas.microsoft.com/office/drawing/2014/main" id="{0481F130-833B-4B0A-B70F-9D788006B484}"/>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5" name="Google Shape;35;p7">
            <a:extLst xmlns:a="http://schemas.openxmlformats.org/drawingml/2006/main">
              <a:ext uri="{FF2B5EF4-FFF2-40B4-BE49-F238E27FC236}">
                <a16:creationId xmlns:a16="http://schemas.microsoft.com/office/drawing/2014/main" id="{BE7E56BE-2514-4D07-9423-C313E8995100}"/>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sp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6" name="Google Shape;36;p7">
            <a:extLst xmlns:a="http://schemas.openxmlformats.org/drawingml/2006/main">
              <a:ext uri="{FF2B5EF4-FFF2-40B4-BE49-F238E27FC236}">
                <a16:creationId xmlns:a16="http://schemas.microsoft.com/office/drawing/2014/main" id="{089CF693-97DA-4331-80D5-EB80828B99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7" name="Google Shape;37;p7">
            <a:extLst xmlns:a="http://schemas.openxmlformats.org/drawingml/2006/main">
              <a:ext uri="{FF2B5EF4-FFF2-40B4-BE49-F238E27FC236}">
                <a16:creationId xmlns:a16="http://schemas.microsoft.com/office/drawing/2014/main" id="{CCE1D234-9464-42BA-803B-5A108B67F456}"/>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9" name="Google Shape;39;p8">
            <a:extLst xmlns:a="http://schemas.openxmlformats.org/drawingml/2006/main">
              <a:ext uri="{FF2B5EF4-FFF2-40B4-BE49-F238E27FC236}">
                <a16:creationId xmlns:a16="http://schemas.microsoft.com/office/drawing/2014/main" id="{5BD5B75A-3595-4B8A-A3CD-44A699D7DBA8}"/>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40" name="Google Shape;40;p8">
            <a:extLst xmlns:a="http://schemas.openxmlformats.org/drawingml/2006/main">
              <a:ext uri="{FF2B5EF4-FFF2-40B4-BE49-F238E27FC236}">
                <a16:creationId xmlns:a16="http://schemas.microsoft.com/office/drawing/2014/main" id="{B2AA5084-14D1-40C7-AB7C-00533D5A7827}"/>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42" name="Google Shape;42;p9">
            <a:extLst xmlns:a="http://schemas.openxmlformats.org/drawingml/2006/main">
              <a:ext uri="{FF2B5EF4-FFF2-40B4-BE49-F238E27FC236}">
                <a16:creationId xmlns:a16="http://schemas.microsoft.com/office/drawing/2014/main" id="{DC2BC9FF-3396-4E30-B9CE-CB80805E6062}"/>
              </a:ext>
            </a:extLst>
          </p:cNvPr>
          <p:cNvSpPr>
            <a:spLocks xmlns:a="http://schemas.openxmlformats.org/drawingml/2006/main" noGrp="1"/>
          </p:cNvSpPr>
          <p:nvPr/>
        </p:nvSpPr>
        <p:spPr>
          <a:xfrm xmlns:a="http://schemas.openxmlformats.org/drawingml/2006/main">
            <a:off x="4572000" y="82100"/>
            <a:ext cx="4572000" cy="5061300"/>
          </a:xfrm>
          <a:prstGeom xmlns:a="http://schemas.openxmlformats.org/drawingml/2006/main" prst="rect">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3" name="Google Shape;43;p9">
            <a:extLst xmlns:a="http://schemas.openxmlformats.org/drawingml/2006/main">
              <a:ext uri="{FF2B5EF4-FFF2-40B4-BE49-F238E27FC236}">
                <a16:creationId xmlns:a16="http://schemas.microsoft.com/office/drawing/2014/main" id="{F97873B1-A0FF-4C79-A81F-BAC7EF689BD8}"/>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sp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44" name="Google Shape;44;p9">
            <a:extLst xmlns:a="http://schemas.openxmlformats.org/drawingml/2006/main">
              <a:ext uri="{FF2B5EF4-FFF2-40B4-BE49-F238E27FC236}">
                <a16:creationId xmlns:a16="http://schemas.microsoft.com/office/drawing/2014/main" id="{EC557776-3161-49D9-B8BE-7779745D7FE7}"/>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45" name="Google Shape;45;p9">
            <a:extLst xmlns:a="http://schemas.openxmlformats.org/drawingml/2006/main">
              <a:ext uri="{FF2B5EF4-FFF2-40B4-BE49-F238E27FC236}">
                <a16:creationId xmlns:a16="http://schemas.microsoft.com/office/drawing/2014/main" id="{66CF7588-2A87-4469-A01C-02B1E3F17E83}"/>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marL="457200" indent="-342900">
              <a:spcBef>
                <a:spcPts val="0"/>
              </a:spcBef>
              <a:spcAft>
                <a:spcPts val="0"/>
              </a:spcAft>
              <a:buClr>
                <a:schemeClr val="dk1"/>
              </a:buClr>
              <a:buSzPts val="1800"/>
              <a:buChar char="●"/>
              <a:defRPr>
                <a:solidFill>
                  <a:schemeClr val="dk1"/>
                </a:solidFill>
              </a:defRPr>
            </a:lvl1pPr>
            <a:lvl2pPr marL="914400" indent="-317500">
              <a:spcBef>
                <a:spcPts val="0"/>
              </a:spcBef>
              <a:spcAft>
                <a:spcPts val="0"/>
              </a:spcAft>
              <a:buClr>
                <a:schemeClr val="dk1"/>
              </a:buClr>
              <a:buSzPts val="1400"/>
              <a:buChar char="○"/>
              <a:defRPr>
                <a:solidFill>
                  <a:schemeClr val="dk1"/>
                </a:solidFill>
              </a:defRPr>
            </a:lvl2pPr>
            <a:lvl3pPr marL="1371600" indent="-317500">
              <a:spcBef>
                <a:spcPts val="0"/>
              </a:spcBef>
              <a:spcAft>
                <a:spcPts val="0"/>
              </a:spcAft>
              <a:buClr>
                <a:schemeClr val="dk1"/>
              </a:buClr>
              <a:buSzPts val="1400"/>
              <a:buChar char="■"/>
              <a:defRPr>
                <a:solidFill>
                  <a:schemeClr val="dk1"/>
                </a:solidFill>
              </a:defRPr>
            </a:lvl3pPr>
            <a:lvl4pPr marL="1828800" indent="-317500">
              <a:spcBef>
                <a:spcPts val="0"/>
              </a:spcBef>
              <a:spcAft>
                <a:spcPts val="0"/>
              </a:spcAft>
              <a:buClr>
                <a:schemeClr val="dk1"/>
              </a:buClr>
              <a:buSzPts val="1400"/>
              <a:buChar char="●"/>
              <a:defRPr>
                <a:solidFill>
                  <a:schemeClr val="dk1"/>
                </a:solidFill>
              </a:defRPr>
            </a:lvl4pPr>
            <a:lvl5pPr marL="2286000" indent="-317500">
              <a:spcBef>
                <a:spcPts val="0"/>
              </a:spcBef>
              <a:spcAft>
                <a:spcPts val="0"/>
              </a:spcAft>
              <a:buClr>
                <a:schemeClr val="dk1"/>
              </a:buClr>
              <a:buSzPts val="1400"/>
              <a:buChar char="○"/>
              <a:defRPr>
                <a:solidFill>
                  <a:schemeClr val="dk1"/>
                </a:solidFill>
              </a:defRPr>
            </a:lvl5pPr>
            <a:lvl6pPr marL="2743200" indent="-317500">
              <a:spcBef>
                <a:spcPts val="0"/>
              </a:spcBef>
              <a:spcAft>
                <a:spcPts val="0"/>
              </a:spcAft>
              <a:buClr>
                <a:schemeClr val="dk1"/>
              </a:buClr>
              <a:buSzPts val="1400"/>
              <a:buChar char="■"/>
              <a:defRPr>
                <a:solidFill>
                  <a:schemeClr val="dk1"/>
                </a:solidFill>
              </a:defRPr>
            </a:lvl6pPr>
            <a:lvl7pPr marL="3200400" indent="-317500">
              <a:spcBef>
                <a:spcPts val="0"/>
              </a:spcBef>
              <a:spcAft>
                <a:spcPts val="0"/>
              </a:spcAft>
              <a:buClr>
                <a:schemeClr val="dk1"/>
              </a:buClr>
              <a:buSzPts val="1400"/>
              <a:buChar char="●"/>
              <a:defRPr>
                <a:solidFill>
                  <a:schemeClr val="dk1"/>
                </a:solidFill>
              </a:defRPr>
            </a:lvl7pPr>
            <a:lvl8pPr marL="3657600" indent="-317500">
              <a:spcBef>
                <a:spcPts val="0"/>
              </a:spcBef>
              <a:spcAft>
                <a:spcPts val="0"/>
              </a:spcAft>
              <a:buClr>
                <a:schemeClr val="dk1"/>
              </a:buClr>
              <a:buSzPts val="1400"/>
              <a:buChar char="○"/>
              <a:defRPr>
                <a:solidFill>
                  <a:schemeClr val="dk1"/>
                </a:solidFill>
              </a:defRPr>
            </a:lvl8pPr>
            <a:lvl9pPr marL="4114800" indent="-317500">
              <a:spcBef>
                <a:spcPts val="0"/>
              </a:spcBef>
              <a:spcAft>
                <a:spcPts val="0"/>
              </a:spcAft>
              <a:buClr>
                <a:schemeClr val="dk1"/>
              </a:buClr>
              <a:buSzPts val="1400"/>
              <a:buChar char="■"/>
              <a:defRPr>
                <a:solidFill>
                  <a:schemeClr val="dk1"/>
                </a:solidFill>
              </a:defRPr>
            </a:lvl9pPr>
          </a:lstStyle>
          <a:p xmlns:a="http://schemas.openxmlformats.org/drawingml/2006/main"/>
        </p:txBody>
      </p:sp>
      <p:sp>
        <p:nvSpPr>
          <p:cNvPr id="46" name="Google Shape;46;p9">
            <a:extLst xmlns:a="http://schemas.openxmlformats.org/drawingml/2006/main">
              <a:ext uri="{FF2B5EF4-FFF2-40B4-BE49-F238E27FC236}">
                <a16:creationId xmlns:a16="http://schemas.microsoft.com/office/drawing/2014/main" id="{043C80BF-7C4B-4DF8-98C5-49E03D35983E}"/>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8" name="Google Shape;48;p10">
            <a:extLst xmlns:a="http://schemas.openxmlformats.org/drawingml/2006/main">
              <a:ext uri="{FF2B5EF4-FFF2-40B4-BE49-F238E27FC236}">
                <a16:creationId xmlns:a16="http://schemas.microsoft.com/office/drawing/2014/main" id="{66D8D062-A6C3-4637-BB49-035371184AF1}"/>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9" name="Google Shape;49;p10">
            <a:extLst xmlns:a="http://schemas.openxmlformats.org/drawingml/2006/main">
              <a:ext uri="{FF2B5EF4-FFF2-40B4-BE49-F238E27FC236}">
                <a16:creationId xmlns:a16="http://schemas.microsoft.com/office/drawing/2014/main" id="{90584790-DA19-4230-9070-21781C5338C8}"/>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51" name="Google Shape;51;p11">
            <a:extLst xmlns:a="http://schemas.openxmlformats.org/drawingml/2006/main">
              <a:ext uri="{FF2B5EF4-FFF2-40B4-BE49-F238E27FC236}">
                <a16:creationId xmlns:a16="http://schemas.microsoft.com/office/drawing/2014/main" id="{CA684206-40B5-4DA8-8616-FEB66E07A647}"/>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sp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52" name="Google Shape;52;p11">
            <a:extLst xmlns:a="http://schemas.openxmlformats.org/drawingml/2006/main">
              <a:ext uri="{FF2B5EF4-FFF2-40B4-BE49-F238E27FC236}">
                <a16:creationId xmlns:a16="http://schemas.microsoft.com/office/drawing/2014/main" id="{522A2E9F-5115-4AEF-B7F1-2DD449BBA00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53" name="Google Shape;53;p11">
            <a:extLst xmlns:a="http://schemas.openxmlformats.org/drawingml/2006/main">
              <a:ext uri="{FF2B5EF4-FFF2-40B4-BE49-F238E27FC236}">
                <a16:creationId xmlns:a16="http://schemas.microsoft.com/office/drawing/2014/main" id="{690CFB37-BB07-444C-A010-BE3CD6ED59C0}"/>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5" name="Google Shape;55;p12">
            <a:extLst xmlns:a="http://schemas.openxmlformats.org/drawingml/2006/main">
              <a:ext uri="{FF2B5EF4-FFF2-40B4-BE49-F238E27FC236}">
                <a16:creationId xmlns:a16="http://schemas.microsoft.com/office/drawing/2014/main" id="{CE299E30-53B8-47FD-8F19-8559E71443D8}"/>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Title slide" type="title">
  <p:cSld name="TITLE">
    <p:bg>
      <p:bgPr>
        <a:blipFill xmlns:a="http://schemas.openxmlformats.org/drawingml/2006/main">
          <a:blip xmlns:r="http://schemas.openxmlformats.org/officeDocument/2006/relationships" r:embed="R4d5cf43e13964266">
            <a:alphaModFix/>
          </a:blip>
          <a:stretch>
            <a:fillRect l="0" t="0" r="0" b="0"/>
          </a:stretch>
        </a:blipFill>
      </p:bgPr>
    </p:bg>
    <p:spTree>
      <p:nvGrpSpPr>
        <p:cNvPr id="1" name=""/>
        <p:cNvGrpSpPr/>
        <p:nvPr/>
      </p:nvGrpSpPr>
      <p:grpSpPr>
        <a:xfrm xmlns:a="http://schemas.openxmlformats.org/drawingml/2006/main"/>
      </p:grpSpPr>
      <p:sp>
        <p:nvSpPr>
          <p:cNvPr id="63" name="Google Shape;63;p14">
            <a:extLst xmlns:a="http://schemas.openxmlformats.org/drawingml/2006/main">
              <a:ext uri="{FF2B5EF4-FFF2-40B4-BE49-F238E27FC236}">
                <a16:creationId xmlns:a16="http://schemas.microsoft.com/office/drawing/2014/main" id="{99D7D593-C2E4-4FEC-9BBD-FBDA809755E8}"/>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spAutoFit/>
          </a:bodyPr>
          <a:lstStyle xmlns:a="http://schemas.openxmlformats.org/drawingml/2006/main">
            <a:lvl1pPr algn="ctr">
              <a:spcBef>
                <a:spcPts val="0"/>
              </a:spcBef>
              <a:spcAft>
                <a:spcPts val="0"/>
              </a:spcAft>
              <a:buSzPts val="5200"/>
              <a:buFont typeface="Space Grotesk"/>
              <a:buNone/>
              <a:defRPr sz="5200" b="1">
                <a:latin typeface="Space Grotesk"/>
                <a:ea typeface="Space Grotesk"/>
                <a:cs typeface="Space Grotesk"/>
              </a:defRPr>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64" name="Google Shape;64;p14">
            <a:extLst xmlns:a="http://schemas.openxmlformats.org/drawingml/2006/main">
              <a:ext uri="{FF2B5EF4-FFF2-40B4-BE49-F238E27FC236}">
                <a16:creationId xmlns:a16="http://schemas.microsoft.com/office/drawing/2014/main" id="{840F0F3F-B735-4A69-899E-5453BB39FB7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lgn="ctr">
              <a:lnSpc>
                <a:spcPct val="100000"/>
              </a:lnSpc>
              <a:spcBef>
                <a:spcPts val="0"/>
              </a:spcBef>
              <a:spcAft>
                <a:spcPts val="0"/>
              </a:spcAft>
              <a:buSzPts val="2800"/>
              <a:buFont typeface="Space Grotesk"/>
              <a:buNone/>
              <a:defRPr sz="2800">
                <a:latin typeface="Space Grotesk"/>
                <a:ea typeface="Space Grotesk"/>
                <a:cs typeface="Space Grotesk"/>
              </a:defRPr>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65" name="Google Shape;65;p14">
            <a:extLst xmlns:a="http://schemas.openxmlformats.org/drawingml/2006/main">
              <a:ext uri="{FF2B5EF4-FFF2-40B4-BE49-F238E27FC236}">
                <a16:creationId xmlns:a16="http://schemas.microsoft.com/office/drawing/2014/main" id="{D1F76EEF-81BB-477F-B0D0-7478A9000023}"/>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67" name="Google Shape;67;p15">
            <a:extLst xmlns:a="http://schemas.openxmlformats.org/drawingml/2006/main">
              <a:ext uri="{FF2B5EF4-FFF2-40B4-BE49-F238E27FC236}">
                <a16:creationId xmlns:a16="http://schemas.microsoft.com/office/drawing/2014/main" id="{86FA69DE-C112-4BAF-B49F-365C8DA273B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68" name="Google Shape;68;p15">
            <a:extLst xmlns:a="http://schemas.openxmlformats.org/drawingml/2006/main">
              <a:ext uri="{FF2B5EF4-FFF2-40B4-BE49-F238E27FC236}">
                <a16:creationId xmlns:a16="http://schemas.microsoft.com/office/drawing/2014/main" id="{5E1703CD-7725-48F6-9032-1297DBA04058}"/>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70" name="Google Shape;70;p16">
            <a:extLst xmlns:a="http://schemas.openxmlformats.org/drawingml/2006/main">
              <a:ext uri="{FF2B5EF4-FFF2-40B4-BE49-F238E27FC236}">
                <a16:creationId xmlns:a16="http://schemas.microsoft.com/office/drawing/2014/main" id="{7DE86052-B48E-4E69-9AAC-9BAFAEC2E85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71" name="Google Shape;71;p16">
            <a:extLst xmlns:a="http://schemas.openxmlformats.org/drawingml/2006/main">
              <a:ext uri="{FF2B5EF4-FFF2-40B4-BE49-F238E27FC236}">
                <a16:creationId xmlns:a16="http://schemas.microsoft.com/office/drawing/2014/main" id="{3D2C3D43-4DB0-4749-B01F-C49A46238F8A}"/>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72" name="Google Shape;72;p16">
            <a:extLst xmlns:a="http://schemas.openxmlformats.org/drawingml/2006/main">
              <a:ext uri="{FF2B5EF4-FFF2-40B4-BE49-F238E27FC236}">
                <a16:creationId xmlns:a16="http://schemas.microsoft.com/office/drawing/2014/main" id="{A5E26ACE-EF4E-4347-B53E-A782E2D6695E}"/>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74" name="Google Shape;74;p17">
            <a:extLst xmlns:a="http://schemas.openxmlformats.org/drawingml/2006/main">
              <a:ext uri="{FF2B5EF4-FFF2-40B4-BE49-F238E27FC236}">
                <a16:creationId xmlns:a16="http://schemas.microsoft.com/office/drawing/2014/main" id="{BAAF8172-0304-4C54-BDC7-CC68AC67AFF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75" name="Google Shape;75;p17">
            <a:extLst xmlns:a="http://schemas.openxmlformats.org/drawingml/2006/main">
              <a:ext uri="{FF2B5EF4-FFF2-40B4-BE49-F238E27FC236}">
                <a16:creationId xmlns:a16="http://schemas.microsoft.com/office/drawing/2014/main" id="{4B526346-9DFD-4B99-899A-C5E690CE1BF3}"/>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76" name="Google Shape;76;p17">
            <a:extLst xmlns:a="http://schemas.openxmlformats.org/drawingml/2006/main">
              <a:ext uri="{FF2B5EF4-FFF2-40B4-BE49-F238E27FC236}">
                <a16:creationId xmlns:a16="http://schemas.microsoft.com/office/drawing/2014/main" id="{6AC4ED6C-F164-4373-9195-5C6658E18AB7}"/>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77" name="Google Shape;77;p17">
            <a:extLst xmlns:a="http://schemas.openxmlformats.org/drawingml/2006/main">
              <a:ext uri="{FF2B5EF4-FFF2-40B4-BE49-F238E27FC236}">
                <a16:creationId xmlns:a16="http://schemas.microsoft.com/office/drawing/2014/main" id="{1E5622B7-7A7A-49E6-A1B8-6EF88FD9F33C}"/>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79" name="Google Shape;79;p18">
            <a:extLst xmlns:a="http://schemas.openxmlformats.org/drawingml/2006/main">
              <a:ext uri="{FF2B5EF4-FFF2-40B4-BE49-F238E27FC236}">
                <a16:creationId xmlns:a16="http://schemas.microsoft.com/office/drawing/2014/main" id="{0163ACC2-F3BA-463A-8CC0-7E1ED8FF180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80" name="Google Shape;80;p18">
            <a:extLst xmlns:a="http://schemas.openxmlformats.org/drawingml/2006/main">
              <a:ext uri="{FF2B5EF4-FFF2-40B4-BE49-F238E27FC236}">
                <a16:creationId xmlns:a16="http://schemas.microsoft.com/office/drawing/2014/main" id="{F43082D3-389F-4F14-A838-5A9EA1F7E720}"/>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82" name="Google Shape;82;p19">
            <a:extLst xmlns:a="http://schemas.openxmlformats.org/drawingml/2006/main">
              <a:ext uri="{FF2B5EF4-FFF2-40B4-BE49-F238E27FC236}">
                <a16:creationId xmlns:a16="http://schemas.microsoft.com/office/drawing/2014/main" id="{7FC58523-BD75-4147-91E3-DC9E8C19332B}"/>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sp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83" name="Google Shape;83;p19">
            <a:extLst xmlns:a="http://schemas.openxmlformats.org/drawingml/2006/main">
              <a:ext uri="{FF2B5EF4-FFF2-40B4-BE49-F238E27FC236}">
                <a16:creationId xmlns:a16="http://schemas.microsoft.com/office/drawing/2014/main" id="{07EA257B-988C-47BC-BC76-7F00222B686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84" name="Google Shape;84;p19">
            <a:extLst xmlns:a="http://schemas.openxmlformats.org/drawingml/2006/main">
              <a:ext uri="{FF2B5EF4-FFF2-40B4-BE49-F238E27FC236}">
                <a16:creationId xmlns:a16="http://schemas.microsoft.com/office/drawing/2014/main" id="{C2D57430-AC68-4C88-AB5B-9BA6284B9024}"/>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86" name="Google Shape;86;p20">
            <a:extLst xmlns:a="http://schemas.openxmlformats.org/drawingml/2006/main">
              <a:ext uri="{FF2B5EF4-FFF2-40B4-BE49-F238E27FC236}">
                <a16:creationId xmlns:a16="http://schemas.microsoft.com/office/drawing/2014/main" id="{2542FA6A-E910-4AEE-BC7E-E036BBC8E6FD}"/>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87" name="Google Shape;87;p20">
            <a:extLst xmlns:a="http://schemas.openxmlformats.org/drawingml/2006/main">
              <a:ext uri="{FF2B5EF4-FFF2-40B4-BE49-F238E27FC236}">
                <a16:creationId xmlns:a16="http://schemas.microsoft.com/office/drawing/2014/main" id="{55C6A86B-C37F-43A3-A618-FF07294D762B}"/>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89" name="Google Shape;89;p21">
            <a:extLst xmlns:a="http://schemas.openxmlformats.org/drawingml/2006/main">
              <a:ext uri="{FF2B5EF4-FFF2-40B4-BE49-F238E27FC236}">
                <a16:creationId xmlns:a16="http://schemas.microsoft.com/office/drawing/2014/main" id="{A6987A4C-D9F1-4B97-A22E-3E878830D2ED}"/>
              </a:ext>
            </a:extLst>
          </p:cNvPr>
          <p:cNvSpPr>
            <a:spLocks xmlns:a="http://schemas.openxmlformats.org/drawingml/2006/main" noGrp="1"/>
          </p:cNvSpPr>
          <p:nvPr/>
        </p:nvSpPr>
        <p:spPr>
          <a:xfrm xmlns:a="http://schemas.openxmlformats.org/drawingml/2006/main">
            <a:off x="4572000" y="82100"/>
            <a:ext cx="4572000" cy="5061300"/>
          </a:xfrm>
          <a:prstGeom xmlns:a="http://schemas.openxmlformats.org/drawingml/2006/main" prst="rect">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0" name="Google Shape;90;p21">
            <a:extLst xmlns:a="http://schemas.openxmlformats.org/drawingml/2006/main">
              <a:ext uri="{FF2B5EF4-FFF2-40B4-BE49-F238E27FC236}">
                <a16:creationId xmlns:a16="http://schemas.microsoft.com/office/drawing/2014/main" id="{8A00922C-9B70-453F-9521-7C02F0E8AFCB}"/>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sp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91" name="Google Shape;91;p21">
            <a:extLst xmlns:a="http://schemas.openxmlformats.org/drawingml/2006/main">
              <a:ext uri="{FF2B5EF4-FFF2-40B4-BE49-F238E27FC236}">
                <a16:creationId xmlns:a16="http://schemas.microsoft.com/office/drawing/2014/main" id="{E3F43B4D-6481-483D-8017-A8B483B5EF9D}"/>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92" name="Google Shape;92;p21">
            <a:extLst xmlns:a="http://schemas.openxmlformats.org/drawingml/2006/main">
              <a:ext uri="{FF2B5EF4-FFF2-40B4-BE49-F238E27FC236}">
                <a16:creationId xmlns:a16="http://schemas.microsoft.com/office/drawing/2014/main" id="{A36E8D09-A238-448A-99B8-26FE24EA0847}"/>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marL="457200" indent="-342900">
              <a:spcBef>
                <a:spcPts val="0"/>
              </a:spcBef>
              <a:spcAft>
                <a:spcPts val="0"/>
              </a:spcAft>
              <a:buClr>
                <a:schemeClr val="dk1"/>
              </a:buClr>
              <a:buSzPts val="1800"/>
              <a:buChar char="●"/>
              <a:defRPr>
                <a:solidFill>
                  <a:schemeClr val="dk1"/>
                </a:solidFill>
              </a:defRPr>
            </a:lvl1pPr>
            <a:lvl2pPr marL="914400" indent="-317500">
              <a:spcBef>
                <a:spcPts val="0"/>
              </a:spcBef>
              <a:spcAft>
                <a:spcPts val="0"/>
              </a:spcAft>
              <a:buClr>
                <a:schemeClr val="dk1"/>
              </a:buClr>
              <a:buSzPts val="1400"/>
              <a:buChar char="○"/>
              <a:defRPr>
                <a:solidFill>
                  <a:schemeClr val="dk1"/>
                </a:solidFill>
              </a:defRPr>
            </a:lvl2pPr>
            <a:lvl3pPr marL="1371600" indent="-317500">
              <a:spcBef>
                <a:spcPts val="0"/>
              </a:spcBef>
              <a:spcAft>
                <a:spcPts val="0"/>
              </a:spcAft>
              <a:buClr>
                <a:schemeClr val="dk1"/>
              </a:buClr>
              <a:buSzPts val="1400"/>
              <a:buChar char="■"/>
              <a:defRPr>
                <a:solidFill>
                  <a:schemeClr val="dk1"/>
                </a:solidFill>
              </a:defRPr>
            </a:lvl3pPr>
            <a:lvl4pPr marL="1828800" indent="-317500">
              <a:spcBef>
                <a:spcPts val="0"/>
              </a:spcBef>
              <a:spcAft>
                <a:spcPts val="0"/>
              </a:spcAft>
              <a:buClr>
                <a:schemeClr val="dk1"/>
              </a:buClr>
              <a:buSzPts val="1400"/>
              <a:buChar char="●"/>
              <a:defRPr>
                <a:solidFill>
                  <a:schemeClr val="dk1"/>
                </a:solidFill>
              </a:defRPr>
            </a:lvl4pPr>
            <a:lvl5pPr marL="2286000" indent="-317500">
              <a:spcBef>
                <a:spcPts val="0"/>
              </a:spcBef>
              <a:spcAft>
                <a:spcPts val="0"/>
              </a:spcAft>
              <a:buClr>
                <a:schemeClr val="dk1"/>
              </a:buClr>
              <a:buSzPts val="1400"/>
              <a:buChar char="○"/>
              <a:defRPr>
                <a:solidFill>
                  <a:schemeClr val="dk1"/>
                </a:solidFill>
              </a:defRPr>
            </a:lvl5pPr>
            <a:lvl6pPr marL="2743200" indent="-317500">
              <a:spcBef>
                <a:spcPts val="0"/>
              </a:spcBef>
              <a:spcAft>
                <a:spcPts val="0"/>
              </a:spcAft>
              <a:buClr>
                <a:schemeClr val="dk1"/>
              </a:buClr>
              <a:buSzPts val="1400"/>
              <a:buChar char="■"/>
              <a:defRPr>
                <a:solidFill>
                  <a:schemeClr val="dk1"/>
                </a:solidFill>
              </a:defRPr>
            </a:lvl6pPr>
            <a:lvl7pPr marL="3200400" indent="-317500">
              <a:spcBef>
                <a:spcPts val="0"/>
              </a:spcBef>
              <a:spcAft>
                <a:spcPts val="0"/>
              </a:spcAft>
              <a:buClr>
                <a:schemeClr val="dk1"/>
              </a:buClr>
              <a:buSzPts val="1400"/>
              <a:buChar char="●"/>
              <a:defRPr>
                <a:solidFill>
                  <a:schemeClr val="dk1"/>
                </a:solidFill>
              </a:defRPr>
            </a:lvl7pPr>
            <a:lvl8pPr marL="3657600" indent="-317500">
              <a:spcBef>
                <a:spcPts val="0"/>
              </a:spcBef>
              <a:spcAft>
                <a:spcPts val="0"/>
              </a:spcAft>
              <a:buClr>
                <a:schemeClr val="dk1"/>
              </a:buClr>
              <a:buSzPts val="1400"/>
              <a:buChar char="○"/>
              <a:defRPr>
                <a:solidFill>
                  <a:schemeClr val="dk1"/>
                </a:solidFill>
              </a:defRPr>
            </a:lvl8pPr>
            <a:lvl9pPr marL="4114800" indent="-317500">
              <a:spcBef>
                <a:spcPts val="0"/>
              </a:spcBef>
              <a:spcAft>
                <a:spcPts val="0"/>
              </a:spcAft>
              <a:buClr>
                <a:schemeClr val="dk1"/>
              </a:buClr>
              <a:buSzPts val="1400"/>
              <a:buChar char="■"/>
              <a:defRPr>
                <a:solidFill>
                  <a:schemeClr val="dk1"/>
                </a:solidFill>
              </a:defRPr>
            </a:lvl9pPr>
          </a:lstStyle>
          <a:p xmlns:a="http://schemas.openxmlformats.org/drawingml/2006/main"/>
        </p:txBody>
      </p:sp>
      <p:sp>
        <p:nvSpPr>
          <p:cNvPr id="93" name="Google Shape;93;p21">
            <a:extLst xmlns:a="http://schemas.openxmlformats.org/drawingml/2006/main">
              <a:ext uri="{FF2B5EF4-FFF2-40B4-BE49-F238E27FC236}">
                <a16:creationId xmlns:a16="http://schemas.microsoft.com/office/drawing/2014/main" id="{2E6BD5B0-AD58-4D12-A85D-879CDB1517C1}"/>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95" name="Google Shape;95;p22">
            <a:extLst xmlns:a="http://schemas.openxmlformats.org/drawingml/2006/main">
              <a:ext uri="{FF2B5EF4-FFF2-40B4-BE49-F238E27FC236}">
                <a16:creationId xmlns:a16="http://schemas.microsoft.com/office/drawing/2014/main" id="{7B326C8A-47C5-4DA4-A29C-5F48AFD56885}"/>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96" name="Google Shape;96;p22">
            <a:extLst xmlns:a="http://schemas.openxmlformats.org/drawingml/2006/main">
              <a:ext uri="{FF2B5EF4-FFF2-40B4-BE49-F238E27FC236}">
                <a16:creationId xmlns:a16="http://schemas.microsoft.com/office/drawing/2014/main" id="{685FB12E-BF42-40D0-B166-FC56638C565D}"/>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98" name="Google Shape;98;p23">
            <a:extLst xmlns:a="http://schemas.openxmlformats.org/drawingml/2006/main">
              <a:ext uri="{FF2B5EF4-FFF2-40B4-BE49-F238E27FC236}">
                <a16:creationId xmlns:a16="http://schemas.microsoft.com/office/drawing/2014/main" id="{F855944B-1882-478F-A088-C69EEC4911D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sp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99" name="Google Shape;99;p23">
            <a:extLst xmlns:a="http://schemas.openxmlformats.org/drawingml/2006/main">
              <a:ext uri="{FF2B5EF4-FFF2-40B4-BE49-F238E27FC236}">
                <a16:creationId xmlns:a16="http://schemas.microsoft.com/office/drawing/2014/main" id="{765A72AF-9DAA-48BC-A833-3C19367A9442}"/>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sp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100" name="Google Shape;100;p23">
            <a:extLst xmlns:a="http://schemas.openxmlformats.org/drawingml/2006/main">
              <a:ext uri="{FF2B5EF4-FFF2-40B4-BE49-F238E27FC236}">
                <a16:creationId xmlns:a16="http://schemas.microsoft.com/office/drawing/2014/main" id="{A7FAE73D-9516-4D60-A98A-744D19F5445A}"/>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02" name="Google Shape;102;p24">
            <a:extLst xmlns:a="http://schemas.openxmlformats.org/drawingml/2006/main">
              <a:ext uri="{FF2B5EF4-FFF2-40B4-BE49-F238E27FC236}">
                <a16:creationId xmlns:a16="http://schemas.microsoft.com/office/drawing/2014/main" id="{00FFC7EC-C5C1-4A35-B5CD-7A3566833B0B}"/>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p:spPr>
        <p:txBody>
          <a:bodyPr xmlns:a="http://schemas.openxmlformats.org/drawingml/2006/main" spcFirstLastPara="1" wrap="square" lIns="91425" tIns="91425" rIns="91425" bIns="91425" anchor="ctr">
            <a:sp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3.xml><?xml version="1.0" encoding="utf-8"?>
<p:sldLayout xmlns:p="http://schemas.openxmlformats.org/presentationml/2006/main" matchingName="Title slide" type="title">
  <p:cSld name="TITLE">
    <p:bg>
      <p:bgPr>
        <a:blipFill xmlns:a="http://schemas.openxmlformats.org/drawingml/2006/main">
          <a:blip xmlns:r="http://schemas.openxmlformats.org/officeDocument/2006/relationships" r:embed="R3e2efaf2b4544449">
            <a:alphaModFix/>
          </a:blip>
          <a:stretch>
            <a:fillRect l="0" t="0" r="0" b="0"/>
          </a:stretch>
        </a:blipFill>
      </p:bgPr>
    </p:bg>
    <p:spTree>
      <p:nvGrpSpPr>
        <p:cNvPr id="1" name=""/>
        <p:cNvGrpSpPr/>
        <p:nvPr/>
      </p:nvGrpSpPr>
      <p:grpSpPr>
        <a:xfrm xmlns:a="http://schemas.openxmlformats.org/drawingml/2006/main"/>
      </p:grpSpPr>
      <p:sp>
        <p:nvSpPr>
          <p:cNvPr id="110" name="Google Shape;110;p26">
            <a:extLst xmlns:a="http://schemas.openxmlformats.org/drawingml/2006/main">
              <a:ext uri="{FF2B5EF4-FFF2-40B4-BE49-F238E27FC236}">
                <a16:creationId xmlns:a16="http://schemas.microsoft.com/office/drawing/2014/main" id="{5B242BB0-5D97-46D3-BCE2-92A93E492F5E}"/>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spAutoFit/>
          </a:bodyPr>
          <a:lstStyle xmlns:a="http://schemas.openxmlformats.org/drawingml/2006/main">
            <a:lvl1pPr algn="ctr">
              <a:lnSpc>
                <a:spcPct val="100000"/>
              </a:lnSpc>
              <a:spcBef>
                <a:spcPts val="0"/>
              </a:spcBef>
              <a:spcAft>
                <a:spcPts val="0"/>
              </a:spcAft>
              <a:buSzPts val="5200"/>
              <a:buFont typeface="Space Grotesk"/>
              <a:buNone/>
              <a:defRPr sz="5200" b="1">
                <a:latin typeface="Space Grotesk"/>
                <a:ea typeface="Space Grotesk"/>
                <a:cs typeface="Space Grotesk"/>
              </a:defRPr>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111" name="Google Shape;111;p26">
            <a:extLst xmlns:a="http://schemas.openxmlformats.org/drawingml/2006/main">
              <a:ext uri="{FF2B5EF4-FFF2-40B4-BE49-F238E27FC236}">
                <a16:creationId xmlns:a16="http://schemas.microsoft.com/office/drawing/2014/main" id="{59C19093-0DC8-438C-B8AE-44114F572C6E}"/>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algn="ctr">
              <a:lnSpc>
                <a:spcPct val="100000"/>
              </a:lnSpc>
              <a:spcBef>
                <a:spcPts val="0"/>
              </a:spcBef>
              <a:spcAft>
                <a:spcPts val="0"/>
              </a:spcAft>
              <a:buSzPts val="2800"/>
              <a:buFont typeface="Space Grotesk"/>
              <a:buNone/>
              <a:defRPr sz="2800">
                <a:latin typeface="Space Grotesk"/>
                <a:ea typeface="Space Grotesk"/>
                <a:cs typeface="Space Grotesk"/>
              </a:defRPr>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12" name="Google Shape;112;p26">
            <a:extLst xmlns:a="http://schemas.openxmlformats.org/drawingml/2006/main">
              <a:ext uri="{FF2B5EF4-FFF2-40B4-BE49-F238E27FC236}">
                <a16:creationId xmlns:a16="http://schemas.microsoft.com/office/drawing/2014/main" id="{7857B8AA-56D1-4C73-8535-98AFE40D6206}"/>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4.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114" name="Google Shape;114;p27">
            <a:extLst xmlns:a="http://schemas.openxmlformats.org/drawingml/2006/main">
              <a:ext uri="{FF2B5EF4-FFF2-40B4-BE49-F238E27FC236}">
                <a16:creationId xmlns:a16="http://schemas.microsoft.com/office/drawing/2014/main" id="{CDD39C4A-A271-4B3D-A126-477A8D530F84}"/>
              </a:ext>
            </a:extLst>
          </p:cNvPr>
          <p:cNvSpPr>
            <a:spLocks xmlns:a="http://schemas.openxmlformats.org/drawingml/2006/main" noGrp="1"/>
          </p:cNvSpPr>
          <p:nvPr/>
        </p:nvSpPr>
        <p:spPr>
          <a:xfrm xmlns:a="http://schemas.openxmlformats.org/drawingml/2006/main">
            <a:off x="4572000" y="82100"/>
            <a:ext cx="4572000" cy="5061300"/>
          </a:xfrm>
          <a:prstGeom xmlns:a="http://schemas.openxmlformats.org/drawingml/2006/main" prst="rect">
            <a:avLst/>
          </a:prstGeom>
          <a:solidFill xmlns:a="http://schemas.openxmlformats.org/drawingml/2006/main">
            <a:schemeClr val="dk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5" name="Google Shape;115;p27">
            <a:extLst xmlns:a="http://schemas.openxmlformats.org/drawingml/2006/main">
              <a:ext uri="{FF2B5EF4-FFF2-40B4-BE49-F238E27FC236}">
                <a16:creationId xmlns:a16="http://schemas.microsoft.com/office/drawing/2014/main" id="{6580D930-BCE0-4B12-AF2A-255408224430}"/>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sp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116" name="Google Shape;116;p27">
            <a:extLst xmlns:a="http://schemas.openxmlformats.org/drawingml/2006/main">
              <a:ext uri="{FF2B5EF4-FFF2-40B4-BE49-F238E27FC236}">
                <a16:creationId xmlns:a16="http://schemas.microsoft.com/office/drawing/2014/main" id="{859C79B5-81BE-4BCC-8993-C7E08411BE97}"/>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117" name="Google Shape;117;p27">
            <a:extLst xmlns:a="http://schemas.openxmlformats.org/drawingml/2006/main">
              <a:ext uri="{FF2B5EF4-FFF2-40B4-BE49-F238E27FC236}">
                <a16:creationId xmlns:a16="http://schemas.microsoft.com/office/drawing/2014/main" id="{E4EA65F1-4CB4-4B39-BE1A-B248B11C4A83}"/>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457200" indent="-342900" algn="l">
              <a:lnSpc>
                <a:spcPct val="115000"/>
              </a:lnSpc>
              <a:spcBef>
                <a:spcPts val="0"/>
              </a:spcBef>
              <a:spcAft>
                <a:spcPts val="0"/>
              </a:spcAft>
              <a:buClr>
                <a:schemeClr val="dk1"/>
              </a:buClr>
              <a:buSzPts val="1800"/>
              <a:buChar char="●"/>
              <a:defRPr>
                <a:solidFill>
                  <a:schemeClr val="dk1"/>
                </a:solidFill>
              </a:defRPr>
            </a:lvl1pPr>
            <a:lvl2pPr marL="914400" indent="-317500" algn="l">
              <a:lnSpc>
                <a:spcPct val="115000"/>
              </a:lnSpc>
              <a:spcBef>
                <a:spcPts val="0"/>
              </a:spcBef>
              <a:spcAft>
                <a:spcPts val="0"/>
              </a:spcAft>
              <a:buClr>
                <a:schemeClr val="dk1"/>
              </a:buClr>
              <a:buSzPts val="1400"/>
              <a:buChar char="○"/>
              <a:defRPr>
                <a:solidFill>
                  <a:schemeClr val="dk1"/>
                </a:solidFill>
              </a:defRPr>
            </a:lvl2pPr>
            <a:lvl3pPr marL="1371600" indent="-317500" algn="l">
              <a:lnSpc>
                <a:spcPct val="115000"/>
              </a:lnSpc>
              <a:spcBef>
                <a:spcPts val="0"/>
              </a:spcBef>
              <a:spcAft>
                <a:spcPts val="0"/>
              </a:spcAft>
              <a:buClr>
                <a:schemeClr val="dk1"/>
              </a:buClr>
              <a:buSzPts val="1400"/>
              <a:buChar char="■"/>
              <a:defRPr>
                <a:solidFill>
                  <a:schemeClr val="dk1"/>
                </a:solidFill>
              </a:defRPr>
            </a:lvl3pPr>
            <a:lvl4pPr marL="1828800" indent="-317500" algn="l">
              <a:lnSpc>
                <a:spcPct val="115000"/>
              </a:lnSpc>
              <a:spcBef>
                <a:spcPts val="0"/>
              </a:spcBef>
              <a:spcAft>
                <a:spcPts val="0"/>
              </a:spcAft>
              <a:buClr>
                <a:schemeClr val="dk1"/>
              </a:buClr>
              <a:buSzPts val="1400"/>
              <a:buChar char="●"/>
              <a:defRPr>
                <a:solidFill>
                  <a:schemeClr val="dk1"/>
                </a:solidFill>
              </a:defRPr>
            </a:lvl4pPr>
            <a:lvl5pPr marL="2286000" indent="-317500" algn="l">
              <a:lnSpc>
                <a:spcPct val="115000"/>
              </a:lnSpc>
              <a:spcBef>
                <a:spcPts val="0"/>
              </a:spcBef>
              <a:spcAft>
                <a:spcPts val="0"/>
              </a:spcAft>
              <a:buClr>
                <a:schemeClr val="dk1"/>
              </a:buClr>
              <a:buSzPts val="1400"/>
              <a:buChar char="○"/>
              <a:defRPr>
                <a:solidFill>
                  <a:schemeClr val="dk1"/>
                </a:solidFill>
              </a:defRPr>
            </a:lvl5pPr>
            <a:lvl6pPr marL="2743200" indent="-317500" algn="l">
              <a:lnSpc>
                <a:spcPct val="115000"/>
              </a:lnSpc>
              <a:spcBef>
                <a:spcPts val="0"/>
              </a:spcBef>
              <a:spcAft>
                <a:spcPts val="0"/>
              </a:spcAft>
              <a:buClr>
                <a:schemeClr val="dk1"/>
              </a:buClr>
              <a:buSzPts val="1400"/>
              <a:buChar char="■"/>
              <a:defRPr>
                <a:solidFill>
                  <a:schemeClr val="dk1"/>
                </a:solidFill>
              </a:defRPr>
            </a:lvl6pPr>
            <a:lvl7pPr marL="3200400" indent="-317500" algn="l">
              <a:lnSpc>
                <a:spcPct val="115000"/>
              </a:lnSpc>
              <a:spcBef>
                <a:spcPts val="0"/>
              </a:spcBef>
              <a:spcAft>
                <a:spcPts val="0"/>
              </a:spcAft>
              <a:buClr>
                <a:schemeClr val="dk1"/>
              </a:buClr>
              <a:buSzPts val="1400"/>
              <a:buChar char="●"/>
              <a:defRPr>
                <a:solidFill>
                  <a:schemeClr val="dk1"/>
                </a:solidFill>
              </a:defRPr>
            </a:lvl7pPr>
            <a:lvl8pPr marL="3657600" indent="-317500" algn="l">
              <a:lnSpc>
                <a:spcPct val="115000"/>
              </a:lnSpc>
              <a:spcBef>
                <a:spcPts val="0"/>
              </a:spcBef>
              <a:spcAft>
                <a:spcPts val="0"/>
              </a:spcAft>
              <a:buClr>
                <a:schemeClr val="dk1"/>
              </a:buClr>
              <a:buSzPts val="1400"/>
              <a:buChar char="○"/>
              <a:defRPr>
                <a:solidFill>
                  <a:schemeClr val="dk1"/>
                </a:solidFill>
              </a:defRPr>
            </a:lvl8pPr>
            <a:lvl9pPr marL="4114800" indent="-317500" algn="l">
              <a:lnSpc>
                <a:spcPct val="115000"/>
              </a:lnSpc>
              <a:spcBef>
                <a:spcPts val="0"/>
              </a:spcBef>
              <a:spcAft>
                <a:spcPts val="0"/>
              </a:spcAft>
              <a:buClr>
                <a:schemeClr val="dk1"/>
              </a:buClr>
              <a:buSzPts val="1400"/>
              <a:buChar char="■"/>
              <a:defRPr>
                <a:solidFill>
                  <a:schemeClr val="dk1"/>
                </a:solidFill>
              </a:defRPr>
            </a:lvl9pPr>
          </a:lstStyle>
          <a:p xmlns:a="http://schemas.openxmlformats.org/drawingml/2006/main"/>
        </p:txBody>
      </p:sp>
      <p:sp>
        <p:nvSpPr>
          <p:cNvPr id="118" name="Google Shape;118;p27">
            <a:extLst xmlns:a="http://schemas.openxmlformats.org/drawingml/2006/main">
              <a:ext uri="{FF2B5EF4-FFF2-40B4-BE49-F238E27FC236}">
                <a16:creationId xmlns:a16="http://schemas.microsoft.com/office/drawing/2014/main" id="{04C5E731-D64E-4A56-AF23-840C8E170421}"/>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5.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20" name="Google Shape;120;p28">
            <a:extLst xmlns:a="http://schemas.openxmlformats.org/drawingml/2006/main">
              <a:ext uri="{FF2B5EF4-FFF2-40B4-BE49-F238E27FC236}">
                <a16:creationId xmlns:a16="http://schemas.microsoft.com/office/drawing/2014/main" id="{3D34AF73-E1BF-46EF-8A67-0916BDB968E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121" name="Google Shape;121;p28">
            <a:extLst xmlns:a="http://schemas.openxmlformats.org/drawingml/2006/main">
              <a:ext uri="{FF2B5EF4-FFF2-40B4-BE49-F238E27FC236}">
                <a16:creationId xmlns:a16="http://schemas.microsoft.com/office/drawing/2014/main" id="{B5DDD570-7B94-4E9B-ACA8-75F10D6381C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122" name="Google Shape;122;p28">
            <a:extLst xmlns:a="http://schemas.openxmlformats.org/drawingml/2006/main">
              <a:ext uri="{FF2B5EF4-FFF2-40B4-BE49-F238E27FC236}">
                <a16:creationId xmlns:a16="http://schemas.microsoft.com/office/drawing/2014/main" id="{174FC625-891A-4D62-9882-A17AB76815A1}"/>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6.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24" name="Google Shape;124;p29">
            <a:extLst xmlns:a="http://schemas.openxmlformats.org/drawingml/2006/main">
              <a:ext uri="{FF2B5EF4-FFF2-40B4-BE49-F238E27FC236}">
                <a16:creationId xmlns:a16="http://schemas.microsoft.com/office/drawing/2014/main" id="{DE9243E9-3161-4609-B2AD-F993E436D937}"/>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125" name="Google Shape;125;p29">
            <a:extLst xmlns:a="http://schemas.openxmlformats.org/drawingml/2006/main">
              <a:ext uri="{FF2B5EF4-FFF2-40B4-BE49-F238E27FC236}">
                <a16:creationId xmlns:a16="http://schemas.microsoft.com/office/drawing/2014/main" id="{E5913B92-E6CC-402C-B16E-FAE6DE185F66}"/>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7.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127" name="Google Shape;127;p30">
            <a:extLst xmlns:a="http://schemas.openxmlformats.org/drawingml/2006/main">
              <a:ext uri="{FF2B5EF4-FFF2-40B4-BE49-F238E27FC236}">
                <a16:creationId xmlns:a16="http://schemas.microsoft.com/office/drawing/2014/main" id="{955FE98A-71B4-4092-BB77-E5C794BD357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128" name="Google Shape;128;p30">
            <a:extLst xmlns:a="http://schemas.openxmlformats.org/drawingml/2006/main">
              <a:ext uri="{FF2B5EF4-FFF2-40B4-BE49-F238E27FC236}">
                <a16:creationId xmlns:a16="http://schemas.microsoft.com/office/drawing/2014/main" id="{F7ED7C2B-9E23-4769-8479-B273AD2D85BD}"/>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129" name="Google Shape;129;p30">
            <a:extLst xmlns:a="http://schemas.openxmlformats.org/drawingml/2006/main">
              <a:ext uri="{FF2B5EF4-FFF2-40B4-BE49-F238E27FC236}">
                <a16:creationId xmlns:a16="http://schemas.microsoft.com/office/drawing/2014/main" id="{C2E13E4A-5F76-4354-BCAA-ED7F229F46FE}"/>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130" name="Google Shape;130;p30">
            <a:extLst xmlns:a="http://schemas.openxmlformats.org/drawingml/2006/main">
              <a:ext uri="{FF2B5EF4-FFF2-40B4-BE49-F238E27FC236}">
                <a16:creationId xmlns:a16="http://schemas.microsoft.com/office/drawing/2014/main" id="{8C91C9AF-392E-4F90-AF55-312730ED6CB2}"/>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132" name="Google Shape;132;p31">
            <a:extLst xmlns:a="http://schemas.openxmlformats.org/drawingml/2006/main">
              <a:ext uri="{FF2B5EF4-FFF2-40B4-BE49-F238E27FC236}">
                <a16:creationId xmlns:a16="http://schemas.microsoft.com/office/drawing/2014/main" id="{214E497D-0902-4C92-BA4D-9B2FB84E7CF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133" name="Google Shape;133;p31">
            <a:extLst xmlns:a="http://schemas.openxmlformats.org/drawingml/2006/main">
              <a:ext uri="{FF2B5EF4-FFF2-40B4-BE49-F238E27FC236}">
                <a16:creationId xmlns:a16="http://schemas.microsoft.com/office/drawing/2014/main" id="{4D121C56-F848-4808-BF76-CA50B1BA0F58}"/>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9.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135" name="Google Shape;135;p32">
            <a:extLst xmlns:a="http://schemas.openxmlformats.org/drawingml/2006/main">
              <a:ext uri="{FF2B5EF4-FFF2-40B4-BE49-F238E27FC236}">
                <a16:creationId xmlns:a16="http://schemas.microsoft.com/office/drawing/2014/main" id="{CBD1ED75-9FAA-4C42-860D-3AD6F0E1679E}"/>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sp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136" name="Google Shape;136;p32">
            <a:extLst xmlns:a="http://schemas.openxmlformats.org/drawingml/2006/main">
              <a:ext uri="{FF2B5EF4-FFF2-40B4-BE49-F238E27FC236}">
                <a16:creationId xmlns:a16="http://schemas.microsoft.com/office/drawing/2014/main" id="{A2748BF6-F2DC-40B4-9806-822F5F8F27F6}"/>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137" name="Google Shape;137;p32">
            <a:extLst xmlns:a="http://schemas.openxmlformats.org/drawingml/2006/main">
              <a:ext uri="{FF2B5EF4-FFF2-40B4-BE49-F238E27FC236}">
                <a16:creationId xmlns:a16="http://schemas.microsoft.com/office/drawing/2014/main" id="{15DF906D-ED31-495B-990C-7980807E5C49}"/>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0.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139" name="Google Shape;139;p33">
            <a:extLst xmlns:a="http://schemas.openxmlformats.org/drawingml/2006/main">
              <a:ext uri="{FF2B5EF4-FFF2-40B4-BE49-F238E27FC236}">
                <a16:creationId xmlns:a16="http://schemas.microsoft.com/office/drawing/2014/main" id="{4DCBED3E-95D2-49FF-9AEF-9BBAE8D81685}"/>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140" name="Google Shape;140;p33">
            <a:extLst xmlns:a="http://schemas.openxmlformats.org/drawingml/2006/main">
              <a:ext uri="{FF2B5EF4-FFF2-40B4-BE49-F238E27FC236}">
                <a16:creationId xmlns:a16="http://schemas.microsoft.com/office/drawing/2014/main" id="{DA67DCB5-90A9-469C-8958-CF88F22AA21A}"/>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1.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142" name="Google Shape;142;p34">
            <a:extLst xmlns:a="http://schemas.openxmlformats.org/drawingml/2006/main">
              <a:ext uri="{FF2B5EF4-FFF2-40B4-BE49-F238E27FC236}">
                <a16:creationId xmlns:a16="http://schemas.microsoft.com/office/drawing/2014/main" id="{AD506A32-09D5-4AD6-A5FD-61A48B0110EB}"/>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143" name="Google Shape;143;p34">
            <a:extLst xmlns:a="http://schemas.openxmlformats.org/drawingml/2006/main">
              <a:ext uri="{FF2B5EF4-FFF2-40B4-BE49-F238E27FC236}">
                <a16:creationId xmlns:a16="http://schemas.microsoft.com/office/drawing/2014/main" id="{6343B330-E2C4-4C10-8BE5-057CCC769826}"/>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2.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145" name="Google Shape;145;p35">
            <a:extLst xmlns:a="http://schemas.openxmlformats.org/drawingml/2006/main">
              <a:ext uri="{FF2B5EF4-FFF2-40B4-BE49-F238E27FC236}">
                <a16:creationId xmlns:a16="http://schemas.microsoft.com/office/drawing/2014/main" id="{EEF05639-22F2-453C-8E18-74546584C3AF}"/>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sp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146" name="Google Shape;146;p35">
            <a:extLst xmlns:a="http://schemas.openxmlformats.org/drawingml/2006/main">
              <a:ext uri="{FF2B5EF4-FFF2-40B4-BE49-F238E27FC236}">
                <a16:creationId xmlns:a16="http://schemas.microsoft.com/office/drawing/2014/main" id="{70CD692C-0368-43DB-A6EF-97EC4FEE68F7}"/>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147" name="Google Shape;147;p35">
            <a:extLst xmlns:a="http://schemas.openxmlformats.org/drawingml/2006/main">
              <a:ext uri="{FF2B5EF4-FFF2-40B4-BE49-F238E27FC236}">
                <a16:creationId xmlns:a16="http://schemas.microsoft.com/office/drawing/2014/main" id="{70651026-ADB8-4C41-9449-06C801597660}"/>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49" name="Google Shape;149;p36">
            <a:extLst xmlns:a="http://schemas.openxmlformats.org/drawingml/2006/main">
              <a:ext uri="{FF2B5EF4-FFF2-40B4-BE49-F238E27FC236}">
                <a16:creationId xmlns:a16="http://schemas.microsoft.com/office/drawing/2014/main" id="{13A572CC-0328-4C8B-AFAD-17A18CA8285E}"/>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abd05b866ab143ed" /><Relationship Type="http://schemas.openxmlformats.org/officeDocument/2006/relationships/image" Target="/ppt/media/image2.png" Id="R89d0509298f54c61" /><Relationship Type="http://schemas.openxmlformats.org/officeDocument/2006/relationships/image" Target="/ppt/media/image3.png" Id="R4acc7b21683b4886" /><Relationship Type="http://schemas.openxmlformats.org/officeDocument/2006/relationships/theme" Target="/ppt/slideMasters/theme/theme2.xml" Id="Rf8c326da44944d21" /><Relationship Type="http://schemas.openxmlformats.org/officeDocument/2006/relationships/slideLayout" Target="/ppt/slideLayouts/slideLayout1.xml" Id="Rf92b715ea7b64906" /><Relationship Type="http://schemas.openxmlformats.org/officeDocument/2006/relationships/slideLayout" Target="/ppt/slideLayouts/slideLayout2.xml" Id="Raa179c654fa54d63" /><Relationship Type="http://schemas.openxmlformats.org/officeDocument/2006/relationships/slideLayout" Target="/ppt/slideLayouts/slideLayout3.xml" Id="Rbabac9ad80d04adf" /><Relationship Type="http://schemas.openxmlformats.org/officeDocument/2006/relationships/slideLayout" Target="/ppt/slideLayouts/slideLayout4.xml" Id="R7f588370a7854c22" /><Relationship Type="http://schemas.openxmlformats.org/officeDocument/2006/relationships/slideLayout" Target="/ppt/slideLayouts/slideLayout5.xml" Id="Reccd5026ee7f46b6" /><Relationship Type="http://schemas.openxmlformats.org/officeDocument/2006/relationships/slideLayout" Target="/ppt/slideLayouts/slideLayout6.xml" Id="R7906987e67bb41c4" /><Relationship Type="http://schemas.openxmlformats.org/officeDocument/2006/relationships/slideLayout" Target="/ppt/slideLayouts/slideLayout7.xml" Id="Rcab3d8b7330f4d94" /><Relationship Type="http://schemas.openxmlformats.org/officeDocument/2006/relationships/slideLayout" Target="/ppt/slideLayouts/slideLayout8.xml" Id="R63519a40957c4ab4" /><Relationship Type="http://schemas.openxmlformats.org/officeDocument/2006/relationships/slideLayout" Target="/ppt/slideLayouts/slideLayout9.xml" Id="R6b7a2460f2d34f1c" /><Relationship Type="http://schemas.openxmlformats.org/officeDocument/2006/relationships/slideLayout" Target="/ppt/slideLayouts/slideLayout10.xml" Id="R5bbe1da44b5d481e" /><Relationship Type="http://schemas.openxmlformats.org/officeDocument/2006/relationships/slideLayout" Target="/ppt/slideLayouts/slideLayout11.xml" Id="R8ad499cb9faf4d18" /></Relationships>
</file>

<file path=ppt/slideMasters/_rels/slideMaster2.xml.rels>&#65279;<?xml version="1.0" encoding="utf-8"?><Relationships xmlns="http://schemas.openxmlformats.org/package/2006/relationships"><Relationship Type="http://schemas.openxmlformats.org/officeDocument/2006/relationships/image" Target="/ppt/media/image.png" Id="R853ed4ed5a584bf3" /><Relationship Type="http://schemas.openxmlformats.org/officeDocument/2006/relationships/image" Target="/ppt/media/image2.png" Id="Rbb6c0646af3f461a" /><Relationship Type="http://schemas.openxmlformats.org/officeDocument/2006/relationships/image" Target="/ppt/media/image3.png" Id="R0f64c9c19c974dfe" /><Relationship Type="http://schemas.openxmlformats.org/officeDocument/2006/relationships/theme" Target="/ppt/slideMasters/theme/theme3.xml" Id="Rd93d1ef6d7a44b3c" /><Relationship Type="http://schemas.openxmlformats.org/officeDocument/2006/relationships/slideLayout" Target="/ppt/slideLayouts/slideLayout12.xml" Id="R58e1ab2a4f5546aa" /><Relationship Type="http://schemas.openxmlformats.org/officeDocument/2006/relationships/slideLayout" Target="/ppt/slideLayouts/slideLayout13.xml" Id="Rb7742ed0f323491e" /><Relationship Type="http://schemas.openxmlformats.org/officeDocument/2006/relationships/slideLayout" Target="/ppt/slideLayouts/slideLayout14.xml" Id="R05d0c84bf9da4167" /><Relationship Type="http://schemas.openxmlformats.org/officeDocument/2006/relationships/slideLayout" Target="/ppt/slideLayouts/slideLayout15.xml" Id="Rb5a6dd6e6fa34207" /><Relationship Type="http://schemas.openxmlformats.org/officeDocument/2006/relationships/slideLayout" Target="/ppt/slideLayouts/slideLayout16.xml" Id="R391abb05f8fe49a1" /><Relationship Type="http://schemas.openxmlformats.org/officeDocument/2006/relationships/slideLayout" Target="/ppt/slideLayouts/slideLayout17.xml" Id="R039b733e079d4b7f" /><Relationship Type="http://schemas.openxmlformats.org/officeDocument/2006/relationships/slideLayout" Target="/ppt/slideLayouts/slideLayout18.xml" Id="R5fb5158ab8034572" /><Relationship Type="http://schemas.openxmlformats.org/officeDocument/2006/relationships/slideLayout" Target="/ppt/slideLayouts/slideLayout19.xml" Id="R8fe3acf9849945f7" /><Relationship Type="http://schemas.openxmlformats.org/officeDocument/2006/relationships/slideLayout" Target="/ppt/slideLayouts/slideLayout20.xml" Id="Rcd4b99c1e0134db0" /><Relationship Type="http://schemas.openxmlformats.org/officeDocument/2006/relationships/slideLayout" Target="/ppt/slideLayouts/slideLayout21.xml" Id="Re9dea09f8b3d4e5b" /><Relationship Type="http://schemas.openxmlformats.org/officeDocument/2006/relationships/slideLayout" Target="/ppt/slideLayouts/slideLayout22.xml" Id="R7be9f1356bad4e37" /></Relationships>
</file>

<file path=ppt/slideMasters/_rels/slideMaster3.xml.rels>&#65279;<?xml version="1.0" encoding="utf-8"?><Relationships xmlns="http://schemas.openxmlformats.org/package/2006/relationships"><Relationship Type="http://schemas.openxmlformats.org/officeDocument/2006/relationships/image" Target="/ppt/media/image.png" Id="R50c56441baa948d8" /><Relationship Type="http://schemas.openxmlformats.org/officeDocument/2006/relationships/image" Target="/ppt/media/image2.png" Id="R0d9aff14501a4522" /><Relationship Type="http://schemas.openxmlformats.org/officeDocument/2006/relationships/image" Target="/ppt/media/image3.png" Id="Ra51ebf3cbb04415d" /><Relationship Type="http://schemas.openxmlformats.org/officeDocument/2006/relationships/theme" Target="/ppt/slideMasters/theme/theme4.xml" Id="Rdfd41d32d333416c" /><Relationship Type="http://schemas.openxmlformats.org/officeDocument/2006/relationships/slideLayout" Target="/ppt/slideLayouts/slideLayout23.xml" Id="R192adc6cb354471f" /><Relationship Type="http://schemas.openxmlformats.org/officeDocument/2006/relationships/slideLayout" Target="/ppt/slideLayouts/slideLayout24.xml" Id="R5086241e2c1b43cf" /><Relationship Type="http://schemas.openxmlformats.org/officeDocument/2006/relationships/slideLayout" Target="/ppt/slideLayouts/slideLayout25.xml" Id="Rd9001a755ab543dc" /><Relationship Type="http://schemas.openxmlformats.org/officeDocument/2006/relationships/slideLayout" Target="/ppt/slideLayouts/slideLayout26.xml" Id="R233f0154d3a54972" /><Relationship Type="http://schemas.openxmlformats.org/officeDocument/2006/relationships/slideLayout" Target="/ppt/slideLayouts/slideLayout27.xml" Id="R36b09b63a00a47ba" /><Relationship Type="http://schemas.openxmlformats.org/officeDocument/2006/relationships/slideLayout" Target="/ppt/slideLayouts/slideLayout28.xml" Id="Rde5a7feb85b4497f" /><Relationship Type="http://schemas.openxmlformats.org/officeDocument/2006/relationships/slideLayout" Target="/ppt/slideLayouts/slideLayout29.xml" Id="R5a79f2f80d3c4736" /><Relationship Type="http://schemas.openxmlformats.org/officeDocument/2006/relationships/slideLayout" Target="/ppt/slideLayouts/slideLayout30.xml" Id="R30e47ed9e3e947a3" /><Relationship Type="http://schemas.openxmlformats.org/officeDocument/2006/relationships/slideLayout" Target="/ppt/slideLayouts/slideLayout31.xml" Id="R72620381d5eb4c22" /><Relationship Type="http://schemas.openxmlformats.org/officeDocument/2006/relationships/slideLayout" Target="/ppt/slideLayouts/slideLayout32.xml" Id="R418e8d0375a24a9a" /><Relationship Type="http://schemas.openxmlformats.org/officeDocument/2006/relationships/slideLayout" Target="/ppt/slideLayouts/slideLayout33.xml" Id="R06447fb42ab14510" /></Relationships>
</file>

<file path=ppt/slideMasters/slideMaster1.xml><?xml version="1.0" encoding="utf-8"?>
<p:sldMaster xmlns:p="http://schemas.openxmlformats.org/presentationml/2006/main">
  <p:cSld name="simple-dark-2">
    <p:bg>
      <p:bgPr>
        <a:blipFill xmlns:a="http://schemas.openxmlformats.org/drawingml/2006/main">
          <a:blip xmlns:r="http://schemas.openxmlformats.org/officeDocument/2006/relationships" r:embed="Rabd05b866ab143ed">
            <a:alphaModFix/>
          </a:blip>
          <a:stretch>
            <a:fillRect l="0" t="0" r="0" b="0"/>
          </a:stretch>
        </a:blip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2F8AABAB-F3D5-4311-AA37-1696F26ED7B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a:spcBef>
                <a:spcPts val="0"/>
              </a:spcBef>
              <a:spcAft>
                <a:spcPts val="0"/>
              </a:spcAft>
              <a:buClr>
                <a:schemeClr val="dk1"/>
              </a:buClr>
              <a:buSzPts val="2800"/>
              <a:buFont typeface="Space Grotesk"/>
              <a:buNone/>
              <a:defRPr sz="2800" b="1">
                <a:solidFill>
                  <a:schemeClr val="dk1"/>
                </a:solidFill>
                <a:latin typeface="Space Grotesk"/>
                <a:ea typeface="Space Grotesk"/>
                <a:cs typeface="Space Grotesk"/>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11" name="Google Shape;11;p1">
            <a:extLst xmlns:a="http://schemas.openxmlformats.org/drawingml/2006/main">
              <a:ext uri="{FF2B5EF4-FFF2-40B4-BE49-F238E27FC236}">
                <a16:creationId xmlns:a16="http://schemas.microsoft.com/office/drawing/2014/main" id="{B03B221B-06C1-4FC1-A4F8-45344C092925}"/>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indent="-342900">
              <a:lnSpc>
                <a:spcPct val="115000"/>
              </a:lnSpc>
              <a:spcBef>
                <a:spcPts val="0"/>
              </a:spcBef>
              <a:spcAft>
                <a:spcPts val="0"/>
              </a:spcAft>
              <a:buClr>
                <a:schemeClr val="dk1"/>
              </a:buClr>
              <a:buSzPts val="1800"/>
              <a:buFont typeface="Space Grotesk"/>
              <a:buChar char="●"/>
              <a:defRPr sz="1800">
                <a:solidFill>
                  <a:schemeClr val="dk1"/>
                </a:solidFill>
                <a:latin typeface="Space Grotesk"/>
                <a:ea typeface="Space Grotesk"/>
                <a:cs typeface="Space Grotesk"/>
              </a:defRPr>
            </a:lvl1pPr>
            <a:lvl2pPr marL="9144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2pPr>
            <a:lvl3pPr marL="13716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3pPr>
            <a:lvl4pPr marL="18288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4pPr>
            <a:lvl5pPr marL="22860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5pPr>
            <a:lvl6pPr marL="27432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6pPr>
            <a:lvl7pPr marL="32004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7pPr>
            <a:lvl8pPr marL="36576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8pPr>
            <a:lvl9pPr marL="41148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9pPr>
          </a:lstStyle>
          <a:p xmlns:a="http://schemas.openxmlformats.org/drawingml/2006/main"/>
        </p:txBody>
      </p:sp>
      <p:sp>
        <p:nvSpPr>
          <p:cNvPr id="12" name="Google Shape;12;p1">
            <a:extLst xmlns:a="http://schemas.openxmlformats.org/drawingml/2006/main">
              <a:ext uri="{FF2B5EF4-FFF2-40B4-BE49-F238E27FC236}">
                <a16:creationId xmlns:a16="http://schemas.microsoft.com/office/drawing/2014/main" id="{5C37C95C-489B-4695-84E0-E5242CC51900}"/>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algn="r">
              <a:buNone/>
              <a:defRPr sz="1000">
                <a:solidFill>
                  <a:schemeClr val="lt2"/>
                </a:solidFill>
              </a:defRPr>
            </a:lvl1pPr>
            <a:lvl2pPr algn="r">
              <a:buNone/>
              <a:defRPr sz="1000">
                <a:solidFill>
                  <a:schemeClr val="lt2"/>
                </a:solidFill>
              </a:defRPr>
            </a:lvl2pPr>
            <a:lvl3pPr algn="r">
              <a:buNone/>
              <a:defRPr sz="1000">
                <a:solidFill>
                  <a:schemeClr val="lt2"/>
                </a:solidFill>
              </a:defRPr>
            </a:lvl3pPr>
            <a:lvl4pPr algn="r">
              <a:buNone/>
              <a:defRPr sz="1000">
                <a:solidFill>
                  <a:schemeClr val="lt2"/>
                </a:solidFill>
              </a:defRPr>
            </a:lvl4pPr>
            <a:lvl5pPr algn="r">
              <a:buNone/>
              <a:defRPr sz="1000">
                <a:solidFill>
                  <a:schemeClr val="lt2"/>
                </a:solidFill>
              </a:defRPr>
            </a:lvl5pPr>
            <a:lvl6pPr algn="r">
              <a:buNone/>
              <a:defRPr sz="1000">
                <a:solidFill>
                  <a:schemeClr val="lt2"/>
                </a:solidFill>
              </a:defRPr>
            </a:lvl6pPr>
            <a:lvl7pPr algn="r">
              <a:buNone/>
              <a:defRPr sz="1000">
                <a:solidFill>
                  <a:schemeClr val="lt2"/>
                </a:solidFill>
              </a:defRPr>
            </a:lvl7pPr>
            <a:lvl8pPr algn="r">
              <a:buNone/>
              <a:defRPr sz="1000">
                <a:solidFill>
                  <a:schemeClr val="lt2"/>
                </a:solidFill>
              </a:defRPr>
            </a:lvl8pPr>
            <a:lvl9pPr algn="r">
              <a:buNone/>
              <a:defRPr sz="1000">
                <a:solidFill>
                  <a:schemeClr val="lt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13" name="Google Shape;13;p1">
            <a:extLst xmlns:a="http://schemas.openxmlformats.org/drawingml/2006/main">
              <a:ext uri="{FF2B5EF4-FFF2-40B4-BE49-F238E27FC236}">
                <a16:creationId xmlns:a16="http://schemas.microsoft.com/office/drawing/2014/main" id="{B0A38740-626A-4116-A4E4-3DFC90C5FBAD}"/>
              </a:ext>
            </a:extLst>
          </p:cNvPr>
          <p:cNvPicPr>
            <a:picLocks xmlns:a="http://schemas.openxmlformats.org/drawingml/2006/main" noChangeAspect="1"/>
          </p:cNvPicPr>
          <p:nvPr/>
        </p:nvPicPr>
        <p:blipFill>
          <a:blip xmlns:r="http://schemas.openxmlformats.org/officeDocument/2006/relationships" xmlns:a="http://schemas.openxmlformats.org/drawingml/2006/main" r:embed="R89d0509298f54c61">
            <a:alphaModFix/>
          </a:blip>
          <a:stretch xmlns:a="http://schemas.openxmlformats.org/drawingml/2006/main">
            <a:fillRect l="0" t="0" r="0" b="0"/>
          </a:stretch>
        </p:blipFill>
        <p:spPr>
          <a:xfrm xmlns:a="http://schemas.openxmlformats.org/drawingml/2006/main">
            <a:off x="7781669" y="4470025"/>
            <a:ext cx="1362331" cy="572700"/>
          </a:xfrm>
          <a:prstGeom xmlns:a="http://schemas.openxmlformats.org/drawingml/2006/main" prst="rect">
            <a:avLst/>
          </a:prstGeom>
          <a:ln xmlns:a="http://schemas.openxmlformats.org/drawingml/2006/main">
            <a:noFill/>
          </a:ln>
        </p:spPr>
      </p:pic>
      <p:pic>
        <p:nvPicPr>
          <p:cNvPr id="14" name="Google Shape;14;p1">
            <a:extLst xmlns:a="http://schemas.openxmlformats.org/drawingml/2006/main">
              <a:ext uri="{FF2B5EF4-FFF2-40B4-BE49-F238E27FC236}">
                <a16:creationId xmlns:a16="http://schemas.microsoft.com/office/drawing/2014/main" id="{9D382AAA-D316-4A06-89E7-A74A4ED6C290}"/>
              </a:ext>
            </a:extLst>
          </p:cNvPr>
          <p:cNvPicPr>
            <a:picLocks xmlns:a="http://schemas.openxmlformats.org/drawingml/2006/main" noChangeAspect="1"/>
          </p:cNvPicPr>
          <p:nvPr/>
        </p:nvPicPr>
        <p:blipFill>
          <a:blip xmlns:r="http://schemas.openxmlformats.org/officeDocument/2006/relationships" xmlns:a="http://schemas.openxmlformats.org/drawingml/2006/main" r:embed="R4acc7b21683b4886">
            <a:alphaModFix/>
          </a:blip>
          <a:stretch xmlns:a="http://schemas.openxmlformats.org/drawingml/2006/main">
            <a:fillRect l="0" t="0" r="0" b="0"/>
          </a:stretch>
        </p:blipFill>
        <p:spPr>
          <a:xfrm xmlns:a="http://schemas.openxmlformats.org/drawingml/2006/main">
            <a:off x="0" y="0"/>
            <a:ext cx="9144002" cy="79375"/>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92b715ea7b64906"/>
    <p:sldLayoutId xmlns:r="http://schemas.openxmlformats.org/officeDocument/2006/relationships" id="2147483650" r:id="Raa179c654fa54d63"/>
    <p:sldLayoutId xmlns:r="http://schemas.openxmlformats.org/officeDocument/2006/relationships" id="2147483651" r:id="Rbabac9ad80d04adf"/>
    <p:sldLayoutId xmlns:r="http://schemas.openxmlformats.org/officeDocument/2006/relationships" id="2147483652" r:id="R7f588370a7854c22"/>
    <p:sldLayoutId xmlns:r="http://schemas.openxmlformats.org/officeDocument/2006/relationships" id="2147483653" r:id="Reccd5026ee7f46b6"/>
    <p:sldLayoutId xmlns:r="http://schemas.openxmlformats.org/officeDocument/2006/relationships" id="2147483654" r:id="R7906987e67bb41c4"/>
    <p:sldLayoutId xmlns:r="http://schemas.openxmlformats.org/officeDocument/2006/relationships" id="2147483655" r:id="Rcab3d8b7330f4d94"/>
    <p:sldLayoutId xmlns:r="http://schemas.openxmlformats.org/officeDocument/2006/relationships" id="2147483656" r:id="R63519a40957c4ab4"/>
    <p:sldLayoutId xmlns:r="http://schemas.openxmlformats.org/officeDocument/2006/relationships" id="2147483657" r:id="R6b7a2460f2d34f1c"/>
    <p:sldLayoutId xmlns:r="http://schemas.openxmlformats.org/officeDocument/2006/relationships" id="2147483658" r:id="R5bbe1da44b5d481e"/>
    <p:sldLayoutId xmlns:r="http://schemas.openxmlformats.org/officeDocument/2006/relationships" id="2147483659" r:id="R8ad499cb9faf4d1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dark-2">
    <p:bg>
      <p:bgPr>
        <a:blipFill xmlns:a="http://schemas.openxmlformats.org/drawingml/2006/main">
          <a:blip xmlns:r="http://schemas.openxmlformats.org/officeDocument/2006/relationships" r:embed="R853ed4ed5a584bf3">
            <a:alphaModFix/>
          </a:blip>
          <a:stretch>
            <a:fillRect l="0" t="0" r="0" b="0"/>
          </a:stretch>
        </a:blipFill>
      </p:bgPr>
    </p:bg>
    <p:spTree>
      <p:nvGrpSpPr>
        <p:cNvPr id="1" name=""/>
        <p:cNvGrpSpPr/>
        <p:nvPr/>
      </p:nvGrpSpPr>
      <p:grpSpPr>
        <a:xfrm xmlns:a="http://schemas.openxmlformats.org/drawingml/2006/main"/>
      </p:grpSpPr>
      <p:sp>
        <p:nvSpPr>
          <p:cNvPr id="57" name="Google Shape;57;p13">
            <a:extLst xmlns:a="http://schemas.openxmlformats.org/drawingml/2006/main">
              <a:ext uri="{FF2B5EF4-FFF2-40B4-BE49-F238E27FC236}">
                <a16:creationId xmlns:a16="http://schemas.microsoft.com/office/drawing/2014/main" id="{085EE240-D959-4DE8-8DDB-3D25F6D6DA9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a:spcBef>
                <a:spcPts val="0"/>
              </a:spcBef>
              <a:spcAft>
                <a:spcPts val="0"/>
              </a:spcAft>
              <a:buClr>
                <a:schemeClr val="dk1"/>
              </a:buClr>
              <a:buSzPts val="2800"/>
              <a:buFont typeface="Space Grotesk"/>
              <a:buNone/>
              <a:defRPr sz="2800" b="1">
                <a:solidFill>
                  <a:schemeClr val="dk1"/>
                </a:solidFill>
                <a:latin typeface="Space Grotesk"/>
                <a:ea typeface="Space Grotesk"/>
                <a:cs typeface="Space Grotesk"/>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58" name="Google Shape;58;p13">
            <a:extLst xmlns:a="http://schemas.openxmlformats.org/drawingml/2006/main">
              <a:ext uri="{FF2B5EF4-FFF2-40B4-BE49-F238E27FC236}">
                <a16:creationId xmlns:a16="http://schemas.microsoft.com/office/drawing/2014/main" id="{A5E9A49E-9B43-4605-8188-615487DADFC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indent="-342900">
              <a:lnSpc>
                <a:spcPct val="115000"/>
              </a:lnSpc>
              <a:spcBef>
                <a:spcPts val="0"/>
              </a:spcBef>
              <a:spcAft>
                <a:spcPts val="0"/>
              </a:spcAft>
              <a:buClr>
                <a:schemeClr val="dk1"/>
              </a:buClr>
              <a:buSzPts val="1800"/>
              <a:buFont typeface="Space Grotesk"/>
              <a:buChar char="●"/>
              <a:defRPr sz="1800">
                <a:solidFill>
                  <a:schemeClr val="dk1"/>
                </a:solidFill>
                <a:latin typeface="Space Grotesk"/>
                <a:ea typeface="Space Grotesk"/>
                <a:cs typeface="Space Grotesk"/>
              </a:defRPr>
            </a:lvl1pPr>
            <a:lvl2pPr marL="9144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2pPr>
            <a:lvl3pPr marL="13716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3pPr>
            <a:lvl4pPr marL="18288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4pPr>
            <a:lvl5pPr marL="22860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5pPr>
            <a:lvl6pPr marL="27432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6pPr>
            <a:lvl7pPr marL="32004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7pPr>
            <a:lvl8pPr marL="36576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8pPr>
            <a:lvl9pPr marL="4114800" indent="-3175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defRPr>
            </a:lvl9pPr>
          </a:lstStyle>
          <a:p xmlns:a="http://schemas.openxmlformats.org/drawingml/2006/main"/>
        </p:txBody>
      </p:sp>
      <p:sp>
        <p:nvSpPr>
          <p:cNvPr id="59" name="Google Shape;59;p13">
            <a:extLst xmlns:a="http://schemas.openxmlformats.org/drawingml/2006/main">
              <a:ext uri="{FF2B5EF4-FFF2-40B4-BE49-F238E27FC236}">
                <a16:creationId xmlns:a16="http://schemas.microsoft.com/office/drawing/2014/main" id="{BD8B1A1F-29EA-4A05-84EE-8BBFFB8639D0}"/>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algn="r">
              <a:buNone/>
              <a:defRPr sz="1000">
                <a:solidFill>
                  <a:schemeClr val="lt2"/>
                </a:solidFill>
              </a:defRPr>
            </a:lvl1pPr>
            <a:lvl2pPr algn="r">
              <a:buNone/>
              <a:defRPr sz="1000">
                <a:solidFill>
                  <a:schemeClr val="lt2"/>
                </a:solidFill>
              </a:defRPr>
            </a:lvl2pPr>
            <a:lvl3pPr algn="r">
              <a:buNone/>
              <a:defRPr sz="1000">
                <a:solidFill>
                  <a:schemeClr val="lt2"/>
                </a:solidFill>
              </a:defRPr>
            </a:lvl3pPr>
            <a:lvl4pPr algn="r">
              <a:buNone/>
              <a:defRPr sz="1000">
                <a:solidFill>
                  <a:schemeClr val="lt2"/>
                </a:solidFill>
              </a:defRPr>
            </a:lvl4pPr>
            <a:lvl5pPr algn="r">
              <a:buNone/>
              <a:defRPr sz="1000">
                <a:solidFill>
                  <a:schemeClr val="lt2"/>
                </a:solidFill>
              </a:defRPr>
            </a:lvl5pPr>
            <a:lvl6pPr algn="r">
              <a:buNone/>
              <a:defRPr sz="1000">
                <a:solidFill>
                  <a:schemeClr val="lt2"/>
                </a:solidFill>
              </a:defRPr>
            </a:lvl6pPr>
            <a:lvl7pPr algn="r">
              <a:buNone/>
              <a:defRPr sz="1000">
                <a:solidFill>
                  <a:schemeClr val="lt2"/>
                </a:solidFill>
              </a:defRPr>
            </a:lvl7pPr>
            <a:lvl8pPr algn="r">
              <a:buNone/>
              <a:defRPr sz="1000">
                <a:solidFill>
                  <a:schemeClr val="lt2"/>
                </a:solidFill>
              </a:defRPr>
            </a:lvl8pPr>
            <a:lvl9pPr algn="r">
              <a:buNone/>
              <a:defRPr sz="1000">
                <a:solidFill>
                  <a:schemeClr val="lt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60" name="Google Shape;60;p13">
            <a:extLst xmlns:a="http://schemas.openxmlformats.org/drawingml/2006/main">
              <a:ext uri="{FF2B5EF4-FFF2-40B4-BE49-F238E27FC236}">
                <a16:creationId xmlns:a16="http://schemas.microsoft.com/office/drawing/2014/main" id="{44E1C331-805D-46B5-B02E-B6AC9F27CAE3}"/>
              </a:ext>
            </a:extLst>
          </p:cNvPr>
          <p:cNvPicPr>
            <a:picLocks xmlns:a="http://schemas.openxmlformats.org/drawingml/2006/main" noChangeAspect="1"/>
          </p:cNvPicPr>
          <p:nvPr/>
        </p:nvPicPr>
        <p:blipFill>
          <a:blip xmlns:r="http://schemas.openxmlformats.org/officeDocument/2006/relationships" xmlns:a="http://schemas.openxmlformats.org/drawingml/2006/main" r:embed="Rbb6c0646af3f461a">
            <a:alphaModFix/>
          </a:blip>
          <a:stretch xmlns:a="http://schemas.openxmlformats.org/drawingml/2006/main">
            <a:fillRect l="0" t="0" r="0" b="0"/>
          </a:stretch>
        </p:blipFill>
        <p:spPr>
          <a:xfrm xmlns:a="http://schemas.openxmlformats.org/drawingml/2006/main">
            <a:off x="7781669" y="4470025"/>
            <a:ext cx="1362331" cy="572700"/>
          </a:xfrm>
          <a:prstGeom xmlns:a="http://schemas.openxmlformats.org/drawingml/2006/main" prst="rect">
            <a:avLst/>
          </a:prstGeom>
          <a:ln xmlns:a="http://schemas.openxmlformats.org/drawingml/2006/main">
            <a:noFill/>
          </a:ln>
        </p:spPr>
      </p:pic>
      <p:pic>
        <p:nvPicPr>
          <p:cNvPr id="61" name="Google Shape;61;p13">
            <a:extLst xmlns:a="http://schemas.openxmlformats.org/drawingml/2006/main">
              <a:ext uri="{FF2B5EF4-FFF2-40B4-BE49-F238E27FC236}">
                <a16:creationId xmlns:a16="http://schemas.microsoft.com/office/drawing/2014/main" id="{B937B8D9-9B26-47E2-A40C-B3B3FB2E83B3}"/>
              </a:ext>
            </a:extLst>
          </p:cNvPr>
          <p:cNvPicPr>
            <a:picLocks xmlns:a="http://schemas.openxmlformats.org/drawingml/2006/main" noChangeAspect="1"/>
          </p:cNvPicPr>
          <p:nvPr/>
        </p:nvPicPr>
        <p:blipFill>
          <a:blip xmlns:r="http://schemas.openxmlformats.org/officeDocument/2006/relationships" xmlns:a="http://schemas.openxmlformats.org/drawingml/2006/main" r:embed="R0f64c9c19c974dfe">
            <a:alphaModFix/>
          </a:blip>
          <a:stretch xmlns:a="http://schemas.openxmlformats.org/drawingml/2006/main">
            <a:fillRect l="0" t="0" r="0" b="0"/>
          </a:stretch>
        </p:blipFill>
        <p:spPr>
          <a:xfrm xmlns:a="http://schemas.openxmlformats.org/drawingml/2006/main">
            <a:off x="0" y="0"/>
            <a:ext cx="9144002" cy="79375"/>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58e1ab2a4f5546aa"/>
    <p:sldLayoutId xmlns:r="http://schemas.openxmlformats.org/officeDocument/2006/relationships" id="2147483662" r:id="Rb7742ed0f323491e"/>
    <p:sldLayoutId xmlns:r="http://schemas.openxmlformats.org/officeDocument/2006/relationships" id="2147483663" r:id="R05d0c84bf9da4167"/>
    <p:sldLayoutId xmlns:r="http://schemas.openxmlformats.org/officeDocument/2006/relationships" id="2147483664" r:id="Rb5a6dd6e6fa34207"/>
    <p:sldLayoutId xmlns:r="http://schemas.openxmlformats.org/officeDocument/2006/relationships" id="2147483665" r:id="R391abb05f8fe49a1"/>
    <p:sldLayoutId xmlns:r="http://schemas.openxmlformats.org/officeDocument/2006/relationships" id="2147483666" r:id="R039b733e079d4b7f"/>
    <p:sldLayoutId xmlns:r="http://schemas.openxmlformats.org/officeDocument/2006/relationships" id="2147483667" r:id="R5fb5158ab8034572"/>
    <p:sldLayoutId xmlns:r="http://schemas.openxmlformats.org/officeDocument/2006/relationships" id="2147483668" r:id="R8fe3acf9849945f7"/>
    <p:sldLayoutId xmlns:r="http://schemas.openxmlformats.org/officeDocument/2006/relationships" id="2147483669" r:id="Rcd4b99c1e0134db0"/>
    <p:sldLayoutId xmlns:r="http://schemas.openxmlformats.org/officeDocument/2006/relationships" id="2147483670" r:id="Re9dea09f8b3d4e5b"/>
    <p:sldLayoutId xmlns:r="http://schemas.openxmlformats.org/officeDocument/2006/relationships" id="2147483671" r:id="R7be9f1356bad4e3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name="simple-dark-2">
    <p:bg>
      <p:bgPr>
        <a:blipFill xmlns:a="http://schemas.openxmlformats.org/drawingml/2006/main">
          <a:blip xmlns:r="http://schemas.openxmlformats.org/officeDocument/2006/relationships" r:embed="R50c56441baa948d8">
            <a:alphaModFix/>
          </a:blip>
          <a:stretch>
            <a:fillRect l="0" t="0" r="0" b="0"/>
          </a:stretch>
        </a:blipFill>
      </p:bgPr>
    </p:bg>
    <p:spTree>
      <p:nvGrpSpPr>
        <p:cNvPr id="1" name=""/>
        <p:cNvGrpSpPr/>
        <p:nvPr/>
      </p:nvGrpSpPr>
      <p:grpSpPr>
        <a:xfrm xmlns:a="http://schemas.openxmlformats.org/drawingml/2006/main"/>
      </p:grpSpPr>
      <p:sp>
        <p:nvSpPr>
          <p:cNvPr id="104" name="Google Shape;104;p25">
            <a:extLst xmlns:a="http://schemas.openxmlformats.org/drawingml/2006/main">
              <a:ext uri="{FF2B5EF4-FFF2-40B4-BE49-F238E27FC236}">
                <a16:creationId xmlns:a16="http://schemas.microsoft.com/office/drawing/2014/main" id="{099F05D7-0F8C-4FED-ADAB-7C8325689BE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R="0" algn="l">
              <a:lnSpc>
                <a:spcPct val="100000"/>
              </a:lnSpc>
              <a:spcBef>
                <a:spcPts val="0"/>
              </a:spcBef>
              <a:spcAft>
                <a:spcPts val="0"/>
              </a:spcAft>
              <a:buClr>
                <a:schemeClr val="dk1"/>
              </a:buClr>
              <a:buSzPts val="2800"/>
              <a:buFont typeface="Space Grotesk"/>
              <a:buNone/>
              <a:defRPr sz="2800" b="1" i="0" u="none" strike="noStrike" cap="none">
                <a:solidFill>
                  <a:schemeClr val="dk1"/>
                </a:solidFill>
                <a:latin typeface="Space Grotesk"/>
                <a:ea typeface="Space Grotesk"/>
                <a:cs typeface="Space Grotesk"/>
              </a:defRPr>
            </a:lvl1pPr>
            <a:lvl2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9pPr>
          </a:lstStyle>
          <a:p xmlns:a="http://schemas.openxmlformats.org/drawingml/2006/main"/>
        </p:txBody>
      </p:sp>
      <p:sp>
        <p:nvSpPr>
          <p:cNvPr id="105" name="Google Shape;105;p25">
            <a:extLst xmlns:a="http://schemas.openxmlformats.org/drawingml/2006/main">
              <a:ext uri="{FF2B5EF4-FFF2-40B4-BE49-F238E27FC236}">
                <a16:creationId xmlns:a16="http://schemas.microsoft.com/office/drawing/2014/main" id="{575D8EFF-EB07-4D59-A793-A8E46A2A00D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lvl1pPr marL="457200" marR="0" indent="-342900" algn="l">
              <a:lnSpc>
                <a:spcPct val="115000"/>
              </a:lnSpc>
              <a:spcBef>
                <a:spcPts val="0"/>
              </a:spcBef>
              <a:spcAft>
                <a:spcPts val="0"/>
              </a:spcAft>
              <a:buClr>
                <a:schemeClr val="dk1"/>
              </a:buClr>
              <a:buSzPts val="1800"/>
              <a:buFont typeface="Space Grotesk"/>
              <a:buChar char="●"/>
              <a:defRPr sz="1800" b="0" i="0" u="none" strike="noStrike" cap="none">
                <a:solidFill>
                  <a:schemeClr val="dk1"/>
                </a:solidFill>
                <a:latin typeface="Space Grotesk"/>
                <a:ea typeface="Space Grotesk"/>
                <a:cs typeface="Space Grotesk"/>
              </a:defRPr>
            </a:lvl1pPr>
            <a:lvl2pPr marL="914400" marR="0" indent="-317500" algn="l">
              <a:lnSpc>
                <a:spcPct val="115000"/>
              </a:lnSpc>
              <a:spcBef>
                <a:spcPts val="0"/>
              </a:spcBef>
              <a:spcAft>
                <a:spcPts val="0"/>
              </a:spcAft>
              <a:buClr>
                <a:schemeClr val="dk1"/>
              </a:buClr>
              <a:buSzPts val="1400"/>
              <a:buFont typeface="Space Grotesk"/>
              <a:buChar char="○"/>
              <a:defRPr sz="1400" b="0" i="0" u="none" strike="noStrike" cap="none">
                <a:solidFill>
                  <a:schemeClr val="dk1"/>
                </a:solidFill>
                <a:latin typeface="Space Grotesk"/>
                <a:ea typeface="Space Grotesk"/>
                <a:cs typeface="Space Grotesk"/>
              </a:defRPr>
            </a:lvl2pPr>
            <a:lvl3pPr marL="1371600" marR="0" indent="-317500" algn="l">
              <a:lnSpc>
                <a:spcPct val="115000"/>
              </a:lnSpc>
              <a:spcBef>
                <a:spcPts val="0"/>
              </a:spcBef>
              <a:spcAft>
                <a:spcPts val="0"/>
              </a:spcAft>
              <a:buClr>
                <a:schemeClr val="dk1"/>
              </a:buClr>
              <a:buSzPts val="1400"/>
              <a:buFont typeface="Space Grotesk"/>
              <a:buChar char="■"/>
              <a:defRPr sz="1400" b="0" i="0" u="none" strike="noStrike" cap="none">
                <a:solidFill>
                  <a:schemeClr val="dk1"/>
                </a:solidFill>
                <a:latin typeface="Space Grotesk"/>
                <a:ea typeface="Space Grotesk"/>
                <a:cs typeface="Space Grotesk"/>
              </a:defRPr>
            </a:lvl3pPr>
            <a:lvl4pPr marL="1828800" marR="0" indent="-317500" algn="l">
              <a:lnSpc>
                <a:spcPct val="115000"/>
              </a:lnSpc>
              <a:spcBef>
                <a:spcPts val="0"/>
              </a:spcBef>
              <a:spcAft>
                <a:spcPts val="0"/>
              </a:spcAft>
              <a:buClr>
                <a:schemeClr val="dk1"/>
              </a:buClr>
              <a:buSzPts val="1400"/>
              <a:buFont typeface="Space Grotesk"/>
              <a:buChar char="●"/>
              <a:defRPr sz="1400" b="0" i="0" u="none" strike="noStrike" cap="none">
                <a:solidFill>
                  <a:schemeClr val="dk1"/>
                </a:solidFill>
                <a:latin typeface="Space Grotesk"/>
                <a:ea typeface="Space Grotesk"/>
                <a:cs typeface="Space Grotesk"/>
              </a:defRPr>
            </a:lvl4pPr>
            <a:lvl5pPr marL="2286000" marR="0" indent="-317500" algn="l">
              <a:lnSpc>
                <a:spcPct val="115000"/>
              </a:lnSpc>
              <a:spcBef>
                <a:spcPts val="0"/>
              </a:spcBef>
              <a:spcAft>
                <a:spcPts val="0"/>
              </a:spcAft>
              <a:buClr>
                <a:schemeClr val="dk1"/>
              </a:buClr>
              <a:buSzPts val="1400"/>
              <a:buFont typeface="Space Grotesk"/>
              <a:buChar char="○"/>
              <a:defRPr sz="1400" b="0" i="0" u="none" strike="noStrike" cap="none">
                <a:solidFill>
                  <a:schemeClr val="dk1"/>
                </a:solidFill>
                <a:latin typeface="Space Grotesk"/>
                <a:ea typeface="Space Grotesk"/>
                <a:cs typeface="Space Grotesk"/>
              </a:defRPr>
            </a:lvl5pPr>
            <a:lvl6pPr marL="2743200" marR="0" indent="-317500" algn="l">
              <a:lnSpc>
                <a:spcPct val="115000"/>
              </a:lnSpc>
              <a:spcBef>
                <a:spcPts val="0"/>
              </a:spcBef>
              <a:spcAft>
                <a:spcPts val="0"/>
              </a:spcAft>
              <a:buClr>
                <a:schemeClr val="dk1"/>
              </a:buClr>
              <a:buSzPts val="1400"/>
              <a:buFont typeface="Space Grotesk"/>
              <a:buChar char="■"/>
              <a:defRPr sz="1400" b="0" i="0" u="none" strike="noStrike" cap="none">
                <a:solidFill>
                  <a:schemeClr val="dk1"/>
                </a:solidFill>
                <a:latin typeface="Space Grotesk"/>
                <a:ea typeface="Space Grotesk"/>
                <a:cs typeface="Space Grotesk"/>
              </a:defRPr>
            </a:lvl6pPr>
            <a:lvl7pPr marL="3200400" marR="0" indent="-317500" algn="l">
              <a:lnSpc>
                <a:spcPct val="115000"/>
              </a:lnSpc>
              <a:spcBef>
                <a:spcPts val="0"/>
              </a:spcBef>
              <a:spcAft>
                <a:spcPts val="0"/>
              </a:spcAft>
              <a:buClr>
                <a:schemeClr val="dk1"/>
              </a:buClr>
              <a:buSzPts val="1400"/>
              <a:buFont typeface="Space Grotesk"/>
              <a:buChar char="●"/>
              <a:defRPr sz="1400" b="0" i="0" u="none" strike="noStrike" cap="none">
                <a:solidFill>
                  <a:schemeClr val="dk1"/>
                </a:solidFill>
                <a:latin typeface="Space Grotesk"/>
                <a:ea typeface="Space Grotesk"/>
                <a:cs typeface="Space Grotesk"/>
              </a:defRPr>
            </a:lvl7pPr>
            <a:lvl8pPr marL="3657600" marR="0" indent="-317500" algn="l">
              <a:lnSpc>
                <a:spcPct val="115000"/>
              </a:lnSpc>
              <a:spcBef>
                <a:spcPts val="0"/>
              </a:spcBef>
              <a:spcAft>
                <a:spcPts val="0"/>
              </a:spcAft>
              <a:buClr>
                <a:schemeClr val="dk1"/>
              </a:buClr>
              <a:buSzPts val="1400"/>
              <a:buFont typeface="Space Grotesk"/>
              <a:buChar char="○"/>
              <a:defRPr sz="1400" b="0" i="0" u="none" strike="noStrike" cap="none">
                <a:solidFill>
                  <a:schemeClr val="dk1"/>
                </a:solidFill>
                <a:latin typeface="Space Grotesk"/>
                <a:ea typeface="Space Grotesk"/>
                <a:cs typeface="Space Grotesk"/>
              </a:defRPr>
            </a:lvl8pPr>
            <a:lvl9pPr marL="4114800" marR="0" indent="-317500" algn="l">
              <a:lnSpc>
                <a:spcPct val="115000"/>
              </a:lnSpc>
              <a:spcBef>
                <a:spcPts val="0"/>
              </a:spcBef>
              <a:spcAft>
                <a:spcPts val="0"/>
              </a:spcAft>
              <a:buClr>
                <a:schemeClr val="dk1"/>
              </a:buClr>
              <a:buSzPts val="1400"/>
              <a:buFont typeface="Space Grotesk"/>
              <a:buChar char="■"/>
              <a:defRPr sz="1400" b="0" i="0" u="none" strike="noStrike" cap="none">
                <a:solidFill>
                  <a:schemeClr val="dk1"/>
                </a:solidFill>
                <a:latin typeface="Space Grotesk"/>
                <a:ea typeface="Space Grotesk"/>
                <a:cs typeface="Space Grotesk"/>
              </a:defRPr>
            </a:lvl9pPr>
          </a:lstStyle>
          <a:p xmlns:a="http://schemas.openxmlformats.org/drawingml/2006/main"/>
        </p:txBody>
      </p:sp>
      <p:sp>
        <p:nvSpPr>
          <p:cNvPr id="106" name="Google Shape;106;p25">
            <a:extLst xmlns:a="http://schemas.openxmlformats.org/drawingml/2006/main">
              <a:ext uri="{FF2B5EF4-FFF2-40B4-BE49-F238E27FC236}">
                <a16:creationId xmlns:a16="http://schemas.microsoft.com/office/drawing/2014/main" id="{F3AB21B5-26F3-49AE-8DA7-3AC8F4B83B46}"/>
              </a:ext>
            </a:extLst>
          </p:cNvPr>
          <p:cNvSpPr>
            <a:spLocks xmlns:a="http://schemas.openxmlformats.org/drawingml/2006/main" noGrp="1"/>
          </p:cNvSpPr>
          <p:nvPr>
            <p:ph type="sldNum" idx="12"/>
          </p:nvPr>
        </p:nvSpPr>
        <p:spPr>
          <a:xfrm xmlns:a="http://schemas.openxmlformats.org/drawingml/2006/main">
            <a:off x="8472458" y="4663217"/>
            <a:ext cx="5487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sp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107" name="Google Shape;107;p25">
            <a:extLst xmlns:a="http://schemas.openxmlformats.org/drawingml/2006/main">
              <a:ext uri="{FF2B5EF4-FFF2-40B4-BE49-F238E27FC236}">
                <a16:creationId xmlns:a16="http://schemas.microsoft.com/office/drawing/2014/main" id="{11A462D7-B0EB-42FC-A197-59D4352D120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d9aff14501a4522">
            <a:alphaModFix/>
          </a:blip>
          <a:srcRect xmlns:a="http://schemas.openxmlformats.org/drawingml/2006/main" l="0" t="0" r="0" b="0"/>
          <a:stretch xmlns:a="http://schemas.openxmlformats.org/drawingml/2006/main"/>
        </p:blipFill>
        <p:spPr>
          <a:xfrm xmlns:a="http://schemas.openxmlformats.org/drawingml/2006/main">
            <a:off x="7781669" y="4470025"/>
            <a:ext cx="1362331" cy="572700"/>
          </a:xfrm>
          <a:prstGeom xmlns:a="http://schemas.openxmlformats.org/drawingml/2006/main" prst="rect">
            <a:avLst/>
          </a:prstGeom>
          <a:ln xmlns:a="http://schemas.openxmlformats.org/drawingml/2006/main">
            <a:noFill/>
          </a:ln>
        </p:spPr>
      </p:pic>
      <p:pic>
        <p:nvPicPr>
          <p:cNvPr id="108" name="Google Shape;108;p25">
            <a:extLst xmlns:a="http://schemas.openxmlformats.org/drawingml/2006/main">
              <a:ext uri="{FF2B5EF4-FFF2-40B4-BE49-F238E27FC236}">
                <a16:creationId xmlns:a16="http://schemas.microsoft.com/office/drawing/2014/main" id="{7FF37A1C-C2AE-4B90-8C18-5CB1ECB8C42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51ebf3cbb04415d">
            <a:alphaModFix/>
          </a:blip>
          <a:srcRect xmlns:a="http://schemas.openxmlformats.org/drawingml/2006/main" l="0" t="0" r="0" b="0"/>
          <a:stretch xmlns:a="http://schemas.openxmlformats.org/drawingml/2006/main"/>
        </p:blipFill>
        <p:spPr>
          <a:xfrm xmlns:a="http://schemas.openxmlformats.org/drawingml/2006/main">
            <a:off x="0" y="0"/>
            <a:ext cx="9144002" cy="79375"/>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73" r:id="R192adc6cb354471f"/>
    <p:sldLayoutId xmlns:r="http://schemas.openxmlformats.org/officeDocument/2006/relationships" id="2147483674" r:id="R5086241e2c1b43cf"/>
    <p:sldLayoutId xmlns:r="http://schemas.openxmlformats.org/officeDocument/2006/relationships" id="2147483675" r:id="Rd9001a755ab543dc"/>
    <p:sldLayoutId xmlns:r="http://schemas.openxmlformats.org/officeDocument/2006/relationships" id="2147483676" r:id="R233f0154d3a54972"/>
    <p:sldLayoutId xmlns:r="http://schemas.openxmlformats.org/officeDocument/2006/relationships" id="2147483677" r:id="R36b09b63a00a47ba"/>
    <p:sldLayoutId xmlns:r="http://schemas.openxmlformats.org/officeDocument/2006/relationships" id="2147483678" r:id="Rde5a7feb85b4497f"/>
    <p:sldLayoutId xmlns:r="http://schemas.openxmlformats.org/officeDocument/2006/relationships" id="2147483679" r:id="R5a79f2f80d3c4736"/>
    <p:sldLayoutId xmlns:r="http://schemas.openxmlformats.org/officeDocument/2006/relationships" id="2147483680" r:id="R30e47ed9e3e947a3"/>
    <p:sldLayoutId xmlns:r="http://schemas.openxmlformats.org/officeDocument/2006/relationships" id="2147483681" r:id="R72620381d5eb4c22"/>
    <p:sldLayoutId xmlns:r="http://schemas.openxmlformats.org/officeDocument/2006/relationships" id="2147483682" r:id="R418e8d0375a24a9a"/>
    <p:sldLayoutId xmlns:r="http://schemas.openxmlformats.org/officeDocument/2006/relationships" id="2147483683" r:id="R06447fb42ab1451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oDA Dark">
  <a:themeElements>
    <a:clrScheme name="Simple Dark">
      <a:dk1>
        <a:srgbClr val="FFFFFF"/>
      </a:dk1>
      <a:lt1>
        <a:srgbClr val="212121"/>
      </a:lt1>
      <a:dk2>
        <a:srgbClr val="303030"/>
      </a:dk2>
      <a:lt2>
        <a:srgbClr val="ADADAD"/>
      </a:lt2>
      <a:accent1>
        <a:srgbClr val="3A64A4"/>
      </a:accent1>
      <a:accent2>
        <a:srgbClr val="0073BB"/>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SoDA Dark">
  <a:themeElements>
    <a:clrScheme name="Simple Dark">
      <a:dk1>
        <a:srgbClr val="FFFFFF"/>
      </a:dk1>
      <a:lt1>
        <a:srgbClr val="212121"/>
      </a:lt1>
      <a:dk2>
        <a:srgbClr val="303030"/>
      </a:dk2>
      <a:lt2>
        <a:srgbClr val="ADADAD"/>
      </a:lt2>
      <a:accent1>
        <a:srgbClr val="3A64A4"/>
      </a:accent1>
      <a:accent2>
        <a:srgbClr val="BA3554"/>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SoDA Dark">
  <a:themeElements>
    <a:clrScheme name="Simple Dark">
      <a:dk1>
        <a:srgbClr val="FFFFFF"/>
      </a:dk1>
      <a:lt1>
        <a:srgbClr val="212121"/>
      </a:lt1>
      <a:dk2>
        <a:srgbClr val="303030"/>
      </a:dk2>
      <a:lt2>
        <a:srgbClr val="ADADAD"/>
      </a:lt2>
      <a:accent1>
        <a:srgbClr val="3A64A4"/>
      </a:accent1>
      <a:accent2>
        <a:srgbClr val="0073BB"/>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0ba24695c3e348e0" /><Relationship Type="http://schemas.openxmlformats.org/officeDocument/2006/relationships/notesSlide" Target="/ppt/notesSlides/notesSlide1.xml" Id="R98a36363e3524e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3ce3f76060e4fdb" /><Relationship Type="http://schemas.openxmlformats.org/officeDocument/2006/relationships/notesSlide" Target="/ppt/notesSlides/notesSlide2.xml" Id="R1b446ef83e0a4f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5f4b08fb343f435a" /><Relationship Type="http://schemas.openxmlformats.org/officeDocument/2006/relationships/notesSlide" Target="/ppt/notesSlides/notesSlide3.xml" Id="R1149a0080c7641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441ef170de284c5f" /><Relationship Type="http://schemas.openxmlformats.org/officeDocument/2006/relationships/notesSlide" Target="/ppt/notesSlides/notesSlide4.xml" Id="Rd32caf27c8e44c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225902fbd6504d6d" /><Relationship Type="http://schemas.openxmlformats.org/officeDocument/2006/relationships/notesSlide" Target="/ppt/notesSlides/notesSlide5.xml" Id="Rd38a525dba5649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adc2c2694a11474c" /><Relationship Type="http://schemas.openxmlformats.org/officeDocument/2006/relationships/notesSlide" Target="/ppt/notesSlides/notesSlide6.xml" Id="R089dee7cedb347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bad4b99580374191" /><Relationship Type="http://schemas.openxmlformats.org/officeDocument/2006/relationships/notesSlide" Target="/ppt/notesSlides/notesSlide7.xml" Id="R73cdf469beb14d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60f471238bb481f" /><Relationship Type="http://schemas.openxmlformats.org/officeDocument/2006/relationships/notesSlide" Target="/ppt/notesSlides/notesSlide8.xml" Id="R6321d6dedb5845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81ced4d70fd74f3d" /><Relationship Type="http://schemas.openxmlformats.org/officeDocument/2006/relationships/notesSlide" Target="/ppt/notesSlides/notesSlide9.xml" Id="R85a7755ecdeb4f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c23ef2ab6d49469e" /><Relationship Type="http://schemas.openxmlformats.org/officeDocument/2006/relationships/notesSlide" Target="/ppt/notesSlides/notesSlide10.xml" Id="R79fe5976c7d948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414dc1c479c44158" /><Relationship Type="http://schemas.openxmlformats.org/officeDocument/2006/relationships/notesSlide" Target="/ppt/notesSlides/notesSlide11.xml" Id="R6bddb390b3074d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5e21b6377e754cbe" /><Relationship Type="http://schemas.openxmlformats.org/officeDocument/2006/relationships/notesSlide" Target="/ppt/notesSlides/notesSlide12.xml" Id="R1cc6090e3f504c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e728aa3146d941fe" /><Relationship Type="http://schemas.openxmlformats.org/officeDocument/2006/relationships/notesSlide" Target="/ppt/notesSlides/notesSlide13.xml" Id="R1164264989c443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58f3e09f47c44f71" /><Relationship Type="http://schemas.openxmlformats.org/officeDocument/2006/relationships/image" Target="/ppt/media/image4.png" Id="R7670ab58df084ffb" /><Relationship Type="http://schemas.openxmlformats.org/officeDocument/2006/relationships/notesSlide" Target="/ppt/notesSlides/notesSlide14.xml" Id="Rd3316105fb324e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849794666f234ed7" /><Relationship Type="http://schemas.openxmlformats.org/officeDocument/2006/relationships/notesSlide" Target="/ppt/notesSlides/notesSlide15.xml" Id="Rd3fb2a31d02541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a52a2946b6f24c0d" /><Relationship Type="http://schemas.openxmlformats.org/officeDocument/2006/relationships/notesSlide" Target="/ppt/notesSlides/notesSlide16.xml" Id="Rcccd1fa59f1946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a9ede711f9d2443e" /><Relationship Type="http://schemas.openxmlformats.org/officeDocument/2006/relationships/notesSlide" Target="/ppt/notesSlides/notesSlide17.xml" Id="R26367815841a4c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2139cdd876f447f0" /><Relationship Type="http://schemas.openxmlformats.org/officeDocument/2006/relationships/notesSlide" Target="/ppt/notesSlides/notesSlide18.xml" Id="Rbc104af82ee142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2d99cd4bb16e452a" /><Relationship Type="http://schemas.openxmlformats.org/officeDocument/2006/relationships/notesSlide" Target="/ppt/notesSlides/notesSlide19.xml" Id="R26f75e0c02e64ab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7fb2538e22544ebd" /><Relationship Type="http://schemas.openxmlformats.org/officeDocument/2006/relationships/notesSlide" Target="/ppt/notesSlides/notesSlide20.xml" Id="R330153c584174b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6c5c1646afd1407f" /><Relationship Type="http://schemas.openxmlformats.org/officeDocument/2006/relationships/notesSlide" Target="/ppt/notesSlides/notesSlide21.xml" Id="Rdb85564537814e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cbf30a7f85404181" /><Relationship Type="http://schemas.openxmlformats.org/officeDocument/2006/relationships/notesSlide" Target="/ppt/notesSlides/notesSlide22.xml" Id="Rb0c58e25d95d44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2c05f5d3c0894e5a" /><Relationship Type="http://schemas.openxmlformats.org/officeDocument/2006/relationships/notesSlide" Target="/ppt/notesSlides/notesSlide23.xml" Id="R68f45f36c9d4438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eacebcfac0b14340" /><Relationship Type="http://schemas.openxmlformats.org/officeDocument/2006/relationships/notesSlide" Target="/ppt/notesSlides/notesSlide24.xml" Id="Rc5b91ad113ff4fe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6a29a61fdf65482f" /><Relationship Type="http://schemas.openxmlformats.org/officeDocument/2006/relationships/notesSlide" Target="/ppt/notesSlides/notesSlide25.xml" Id="R3fe27d1aa26e4d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275746dfbc4b49ef" /><Relationship Type="http://schemas.openxmlformats.org/officeDocument/2006/relationships/notesSlide" Target="/ppt/notesSlides/notesSlide26.xml" Id="R27576343fe624fc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395a51d2d43049b7" /><Relationship Type="http://schemas.openxmlformats.org/officeDocument/2006/relationships/notesSlide" Target="/ppt/notesSlides/notesSlide27.xml" Id="R7534c5c99c9b40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3.xml" Id="R70d26c464e584f5d" /><Relationship Type="http://schemas.openxmlformats.org/officeDocument/2006/relationships/notesSlide" Target="/ppt/notesSlides/notesSlide28.xml" Id="R8cf111d714064ed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1339e43e6eef4756" /><Relationship Type="http://schemas.openxmlformats.org/officeDocument/2006/relationships/notesSlide" Target="/ppt/notesSlides/notesSlide29.xml" Id="R8b33ad3a294849f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754c478665b54dd1" /><Relationship Type="http://schemas.openxmlformats.org/officeDocument/2006/relationships/notesSlide" Target="/ppt/notesSlides/notesSlide30.xml" Id="Rc0513d23ab0c481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3.xml" Id="Rbdffb7164be14280" /><Relationship Type="http://schemas.openxmlformats.org/officeDocument/2006/relationships/notesSlide" Target="/ppt/notesSlides/notesSlide31.xml" Id="Rff237b188fdb43e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3.xml" Id="R76869eae150d40b0" /><Relationship Type="http://schemas.openxmlformats.org/officeDocument/2006/relationships/notesSlide" Target="/ppt/notesSlides/notesSlide32.xml" Id="R29cc2061909d459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3.xml" Id="R74b930eff74b4aab" /><Relationship Type="http://schemas.openxmlformats.org/officeDocument/2006/relationships/notesSlide" Target="/ppt/notesSlides/notesSlide33.xml" Id="R56d16a72d3b3401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3.xml" Id="Ref7453a15c834195" /><Relationship Type="http://schemas.openxmlformats.org/officeDocument/2006/relationships/image" Target="/ppt/media/image5.png" Id="R6d30eaac99494e14" /><Relationship Type="http://schemas.openxmlformats.org/officeDocument/2006/relationships/notesSlide" Target="/ppt/notesSlides/notesSlide34.xml" Id="Rd55c07504fda449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3ba00e7e06dd4836" /><Relationship Type="http://schemas.openxmlformats.org/officeDocument/2006/relationships/notesSlide" Target="/ppt/notesSlides/notesSlide35.xml" Id="Ra952dfa94431412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3.xml" Id="R1046ef786daa423d" /><Relationship Type="http://schemas.openxmlformats.org/officeDocument/2006/relationships/notesSlide" Target="/ppt/notesSlides/notesSlide36.xml" Id="R9bf28d2840c648d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b1837c1edc9b4641" /><Relationship Type="http://schemas.openxmlformats.org/officeDocument/2006/relationships/notesSlide" Target="/ppt/notesSlides/notesSlide37.xml" Id="Rd2d7a1cdc3c14a8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82d3e45914ce4aa5" /><Relationship Type="http://schemas.openxmlformats.org/officeDocument/2006/relationships/notesSlide" Target="/ppt/notesSlides/notesSlide38.xml" Id="Re2aeb3f42052426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SoDA MLOps Workshop">
            <a:extLst xmlns:a="http://schemas.openxmlformats.org/drawingml/2006/main">
              <a:ext uri="{FF2B5EF4-FFF2-40B4-BE49-F238E27FC236}">
                <a16:creationId xmlns:a16="http://schemas.microsoft.com/office/drawing/2014/main" id="{67395E5A-1982-4B3B-ADF2-3A4BA2D1E94F}"/>
              </a:ext>
            </a:extLst>
          </p:cNvPr>
          <p:cNvSpPr>
            <a:spLocks xmlns:a="http://schemas.openxmlformats.org/drawingml/2006/main" noGrp="1"/>
          </p:cNvSpPr>
          <p:nvPr/>
        </p:nvSpPr>
        <p:spPr>
          <a:xfrm xmlns:a="http://schemas.openxmlformats.org/drawingml/2006/main">
            <a:off x="523875" y="9334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3A64E4"/>
                </a:solidFill>
                <a:latin typeface="Space Grotesk"/>
                <a:ea typeface="Space Grotesk"/>
                <a:cs typeface="Space Grotesk"/>
              </a:defRPr>
            </a:defPPr>
          </a:lstStyle>
          <a:p xmlns:a="http://schemas.openxmlformats.org/drawingml/2006/main">
            <a:pPr algn="l">
              <a:defRPr sz="2000" b="0">
                <a:solidFill>
                  <a:srgbClr val="3A64E4"/>
                </a:solidFill>
                <a:latin typeface="Space Grotesk"/>
                <a:ea typeface="Space Grotesk"/>
                <a:cs typeface="Space Grotesk"/>
              </a:defRPr>
            </a:pPr>
            <a:r>
              <a:rPr sz="2000" b="0">
                <a:solidFill>
                  <a:srgbClr val="3A64E4"/>
                </a:solidFill>
                <a:latin typeface="Space Grotesk"/>
                <a:ea typeface="Space Grotesk"/>
                <a:cs typeface="Space Grotesk"/>
              </a:rPr>
              <a:t>SoDA MLOps Workshop</a:t>
            </a:r>
          </a:p>
        </p:txBody>
      </p:sp>
      <p:sp>
        <p:nvSpPr>
          <p:cNvPr id="2" name="You trained a model.&#10;Now what?">
            <a:extLst xmlns:a="http://schemas.openxmlformats.org/drawingml/2006/main">
              <a:ext uri="{FF2B5EF4-FFF2-40B4-BE49-F238E27FC236}">
                <a16:creationId xmlns:a16="http://schemas.microsoft.com/office/drawing/2014/main" id="{B1FE369E-D301-4C84-8CEC-C791E3E2C8BB}"/>
              </a:ext>
            </a:extLst>
          </p:cNvPr>
          <p:cNvSpPr>
            <a:spLocks xmlns:a="http://schemas.openxmlformats.org/drawingml/2006/main" noGrp="1"/>
          </p:cNvSpPr>
          <p:nvPr/>
        </p:nvSpPr>
        <p:spPr>
          <a:xfrm xmlns:a="http://schemas.openxmlformats.org/drawingml/2006/main">
            <a:off x="523875" y="1638300"/>
            <a:ext cx="809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750" b="1">
                <a:solidFill>
                  <a:srgbClr val="FFFFFF"/>
                </a:solidFill>
                <a:latin typeface="Space Grotesk"/>
                <a:ea typeface="Space Grotesk"/>
                <a:cs typeface="Space Grotesk"/>
              </a:defRPr>
            </a:defPPr>
          </a:lstStyle>
          <a:p xmlns:a="http://schemas.openxmlformats.org/drawingml/2006/main">
            <a:pPr algn="l">
              <a:defRPr sz="3750" b="1">
                <a:solidFill>
                  <a:srgbClr val="FFFFFF"/>
                </a:solidFill>
                <a:latin typeface="Space Grotesk"/>
                <a:ea typeface="Space Grotesk"/>
                <a:cs typeface="Space Grotesk"/>
              </a:defRPr>
            </a:pPr>
            <a:r>
              <a:rPr sz="3750" b="1">
                <a:solidFill>
                  <a:srgbClr val="FFFFFF"/>
                </a:solidFill>
                <a:latin typeface="Space Grotesk"/>
                <a:ea typeface="Space Grotesk"/>
                <a:cs typeface="Space Grotesk"/>
              </a:rPr>
              <a:t>You trained a model.</a:t>
            </a:r>
          </a:p>
          <a:p xmlns:a="http://schemas.openxmlformats.org/drawingml/2006/main">
            <a:pPr algn="l">
              <a:defRPr sz="3750" b="1">
                <a:solidFill>
                  <a:srgbClr val="FFFFFF"/>
                </a:solidFill>
                <a:latin typeface="Space Grotesk"/>
                <a:ea typeface="Space Grotesk"/>
                <a:cs typeface="Space Grotesk"/>
              </a:defRPr>
            </a:pPr>
            <a:r>
              <a:rPr sz="3750" b="1">
                <a:solidFill>
                  <a:srgbClr val="FFFFFF"/>
                </a:solidFill>
                <a:latin typeface="Space Grotesk"/>
                <a:ea typeface="Space Grotesk"/>
                <a:cs typeface="Space Grotesk"/>
              </a:rPr>
              <a:t>Now what?</a:t>
            </a:r>
          </a:p>
        </p:txBody>
      </p:sp>
      <p:sp>
        <p:nvSpPr>
          <p:cNvPr id="3" name="From Model to Deployment">
            <a:extLst xmlns:a="http://schemas.openxmlformats.org/drawingml/2006/main">
              <a:ext uri="{FF2B5EF4-FFF2-40B4-BE49-F238E27FC236}">
                <a16:creationId xmlns:a16="http://schemas.microsoft.com/office/drawing/2014/main" id="{0A9192AF-02BF-42E6-8E38-F36F8A414D49}"/>
              </a:ext>
            </a:extLst>
          </p:cNvPr>
          <p:cNvSpPr>
            <a:spLocks xmlns:a="http://schemas.openxmlformats.org/drawingml/2006/main" noGrp="1"/>
          </p:cNvSpPr>
          <p:nvPr/>
        </p:nvSpPr>
        <p:spPr>
          <a:xfrm xmlns:a="http://schemas.openxmlformats.org/drawingml/2006/main">
            <a:off x="523875" y="3286125"/>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CA2352"/>
                </a:solidFill>
                <a:latin typeface="Space Grotesk"/>
                <a:ea typeface="Space Grotesk"/>
                <a:cs typeface="Space Grotesk"/>
              </a:defRPr>
            </a:defPPr>
          </a:lstStyle>
          <a:p xmlns:a="http://schemas.openxmlformats.org/drawingml/2006/main">
            <a:pPr algn="l">
              <a:defRPr sz="2100" b="0">
                <a:solidFill>
                  <a:srgbClr val="CA2352"/>
                </a:solidFill>
                <a:latin typeface="Space Grotesk"/>
                <a:ea typeface="Space Grotesk"/>
                <a:cs typeface="Space Grotesk"/>
              </a:defRPr>
            </a:pPr>
            <a:r>
              <a:rPr sz="2100" b="0">
                <a:solidFill>
                  <a:srgbClr val="CA2352"/>
                </a:solidFill>
                <a:latin typeface="Space Grotesk"/>
                <a:ea typeface="Space Grotesk"/>
                <a:cs typeface="Space Grotesk"/>
              </a:rPr>
              <a:t>From Model to Deployment</a:t>
            </a:r>
          </a:p>
        </p:txBody>
      </p:sp>
      <p:sp>
        <p:nvSpPr>
          <p:cNvPr id="4" name="Train → Package → Deploy → Monitor">
            <a:extLst xmlns:a="http://schemas.openxmlformats.org/drawingml/2006/main">
              <a:ext uri="{FF2B5EF4-FFF2-40B4-BE49-F238E27FC236}">
                <a16:creationId xmlns:a16="http://schemas.microsoft.com/office/drawing/2014/main" id="{7E7BA50C-A2E2-4A8F-A581-99EC0313CFA2}"/>
              </a:ext>
            </a:extLst>
          </p:cNvPr>
          <p:cNvSpPr>
            <a:spLocks xmlns:a="http://schemas.openxmlformats.org/drawingml/2006/main" noGrp="1"/>
          </p:cNvSpPr>
          <p:nvPr/>
        </p:nvSpPr>
        <p:spPr>
          <a:xfrm xmlns:a="http://schemas.openxmlformats.org/drawingml/2006/main">
            <a:off x="523875" y="3971925"/>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Train → Package → Deploy → Monitor</a:t>
            </a:r>
          </a:p>
        </p:txBody>
      </p:sp>
      <p:sp>
        <p:nvSpPr>
          <p:cNvPr id="5" name="01">
            <a:extLst xmlns:a="http://schemas.openxmlformats.org/drawingml/2006/main">
              <a:ext uri="{FF2B5EF4-FFF2-40B4-BE49-F238E27FC236}">
                <a16:creationId xmlns:a16="http://schemas.microsoft.com/office/drawing/2014/main" id="{DE10069D-86D2-4418-906D-1DED29D3E521}"/>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01</a:t>
            </a:r>
          </a:p>
        </p:txBody>
      </p:sp>
    </p:spTree>
    <p:extLst>
      <p:ext uri="{BB962C8B-B14F-4D97-AF65-F5344CB8AC3E}">
        <p14:creationId xmlns:p14="http://schemas.microsoft.com/office/powerpoint/2010/main" val="64851087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Machine learning in one minute">
            <a:extLst xmlns:a="http://schemas.openxmlformats.org/drawingml/2006/main">
              <a:ext uri="{FF2B5EF4-FFF2-40B4-BE49-F238E27FC236}">
                <a16:creationId xmlns:a16="http://schemas.microsoft.com/office/drawing/2014/main" id="{43E41B2C-DD42-418A-B0C7-D02E1F3EB46C}"/>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Machine learning in one minute</a:t>
            </a:r>
          </a:p>
        </p:txBody>
      </p:sp>
      <p:sp>
        <p:nvSpPr>
          <p:cNvPr id="2" name="Input">
            <a:extLst xmlns:a="http://schemas.openxmlformats.org/drawingml/2006/main">
              <a:ext uri="{FF2B5EF4-FFF2-40B4-BE49-F238E27FC236}">
                <a16:creationId xmlns:a16="http://schemas.microsoft.com/office/drawing/2014/main" id="{3B218BA4-4BDC-43CA-9D82-5E6D4BC9F55F}"/>
              </a:ext>
            </a:extLst>
          </p:cNvPr>
          <p:cNvSpPr>
            <a:spLocks xmlns:a="http://schemas.openxmlformats.org/drawingml/2006/main" noGrp="1"/>
          </p:cNvSpPr>
          <p:nvPr/>
        </p:nvSpPr>
        <p:spPr>
          <a:xfrm xmlns:a="http://schemas.openxmlformats.org/drawingml/2006/main">
            <a:off x="457200" y="14859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Input</a:t>
            </a:r>
          </a:p>
        </p:txBody>
      </p:sp>
      <p:sp>
        <p:nvSpPr>
          <p:cNvPr id="3" name="An image of a handwritten digit">
            <a:extLst xmlns:a="http://schemas.openxmlformats.org/drawingml/2006/main">
              <a:ext uri="{FF2B5EF4-FFF2-40B4-BE49-F238E27FC236}">
                <a16:creationId xmlns:a16="http://schemas.microsoft.com/office/drawing/2014/main" id="{0BCC59C6-3DDD-454E-86DF-951383C71DD6}"/>
              </a:ext>
            </a:extLst>
          </p:cNvPr>
          <p:cNvSpPr>
            <a:spLocks xmlns:a="http://schemas.openxmlformats.org/drawingml/2006/main" noGrp="1"/>
          </p:cNvSpPr>
          <p:nvPr/>
        </p:nvSpPr>
        <p:spPr>
          <a:xfrm xmlns:a="http://schemas.openxmlformats.org/drawingml/2006/main">
            <a:off x="3381375" y="14859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An image of a handwritten digit</a:t>
            </a:r>
          </a:p>
        </p:txBody>
      </p:sp>
      <p:sp>
        <p:nvSpPr>
          <p:cNvPr id="4" name="Label">
            <a:extLst xmlns:a="http://schemas.openxmlformats.org/drawingml/2006/main">
              <a:ext uri="{FF2B5EF4-FFF2-40B4-BE49-F238E27FC236}">
                <a16:creationId xmlns:a16="http://schemas.microsoft.com/office/drawing/2014/main" id="{F3743536-C195-4705-B93D-36FBB12190DF}"/>
              </a:ext>
            </a:extLst>
          </p:cNvPr>
          <p:cNvSpPr>
            <a:spLocks xmlns:a="http://schemas.openxmlformats.org/drawingml/2006/main" noGrp="1"/>
          </p:cNvSpPr>
          <p:nvPr/>
        </p:nvSpPr>
        <p:spPr>
          <a:xfrm xmlns:a="http://schemas.openxmlformats.org/drawingml/2006/main">
            <a:off x="457200" y="21145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Label</a:t>
            </a:r>
          </a:p>
        </p:txBody>
      </p:sp>
      <p:sp>
        <p:nvSpPr>
          <p:cNvPr id="5" name="The correct answer, such as 3">
            <a:extLst xmlns:a="http://schemas.openxmlformats.org/drawingml/2006/main">
              <a:ext uri="{FF2B5EF4-FFF2-40B4-BE49-F238E27FC236}">
                <a16:creationId xmlns:a16="http://schemas.microsoft.com/office/drawing/2014/main" id="{FACAC969-C745-4BDC-BC99-49EF7728F7D2}"/>
              </a:ext>
            </a:extLst>
          </p:cNvPr>
          <p:cNvSpPr>
            <a:spLocks xmlns:a="http://schemas.openxmlformats.org/drawingml/2006/main" noGrp="1"/>
          </p:cNvSpPr>
          <p:nvPr/>
        </p:nvSpPr>
        <p:spPr>
          <a:xfrm xmlns:a="http://schemas.openxmlformats.org/drawingml/2006/main">
            <a:off x="3381375" y="21145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The correct answer, such as 3</a:t>
            </a:r>
          </a:p>
        </p:txBody>
      </p:sp>
      <p:sp>
        <p:nvSpPr>
          <p:cNvPr id="6" name="Model">
            <a:extLst xmlns:a="http://schemas.openxmlformats.org/drawingml/2006/main">
              <a:ext uri="{FF2B5EF4-FFF2-40B4-BE49-F238E27FC236}">
                <a16:creationId xmlns:a16="http://schemas.microsoft.com/office/drawing/2014/main" id="{56C63DB4-04CE-4387-A663-F367CF416355}"/>
              </a:ext>
            </a:extLst>
          </p:cNvPr>
          <p:cNvSpPr>
            <a:spLocks xmlns:a="http://schemas.openxmlformats.org/drawingml/2006/main" noGrp="1"/>
          </p:cNvSpPr>
          <p:nvPr/>
        </p:nvSpPr>
        <p:spPr>
          <a:xfrm xmlns:a="http://schemas.openxmlformats.org/drawingml/2006/main">
            <a:off x="457200" y="27432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Model</a:t>
            </a:r>
          </a:p>
        </p:txBody>
      </p:sp>
      <p:sp>
        <p:nvSpPr>
          <p:cNvPr id="7" name="A pattern learned from examples">
            <a:extLst xmlns:a="http://schemas.openxmlformats.org/drawingml/2006/main">
              <a:ext uri="{FF2B5EF4-FFF2-40B4-BE49-F238E27FC236}">
                <a16:creationId xmlns:a16="http://schemas.microsoft.com/office/drawing/2014/main" id="{93ACE572-5A58-4BA4-B7C1-DAFFBF840A49}"/>
              </a:ext>
            </a:extLst>
          </p:cNvPr>
          <p:cNvSpPr>
            <a:spLocks xmlns:a="http://schemas.openxmlformats.org/drawingml/2006/main" noGrp="1"/>
          </p:cNvSpPr>
          <p:nvPr/>
        </p:nvSpPr>
        <p:spPr>
          <a:xfrm xmlns:a="http://schemas.openxmlformats.org/drawingml/2006/main">
            <a:off x="3381375" y="27432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A pattern learned from examples</a:t>
            </a:r>
          </a:p>
        </p:txBody>
      </p:sp>
      <p:sp>
        <p:nvSpPr>
          <p:cNvPr id="8" name="Prediction">
            <a:extLst xmlns:a="http://schemas.openxmlformats.org/drawingml/2006/main">
              <a:ext uri="{FF2B5EF4-FFF2-40B4-BE49-F238E27FC236}">
                <a16:creationId xmlns:a16="http://schemas.microsoft.com/office/drawing/2014/main" id="{0F3EF870-A2B5-4D20-9361-AB05D852A05E}"/>
              </a:ext>
            </a:extLst>
          </p:cNvPr>
          <p:cNvSpPr>
            <a:spLocks xmlns:a="http://schemas.openxmlformats.org/drawingml/2006/main" noGrp="1"/>
          </p:cNvSpPr>
          <p:nvPr/>
        </p:nvSpPr>
        <p:spPr>
          <a:xfrm xmlns:a="http://schemas.openxmlformats.org/drawingml/2006/main">
            <a:off x="457200" y="33718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Prediction</a:t>
            </a:r>
          </a:p>
        </p:txBody>
      </p:sp>
      <p:sp>
        <p:nvSpPr>
          <p:cNvPr id="9" name="The model’s guess for a new image">
            <a:extLst xmlns:a="http://schemas.openxmlformats.org/drawingml/2006/main">
              <a:ext uri="{FF2B5EF4-FFF2-40B4-BE49-F238E27FC236}">
                <a16:creationId xmlns:a16="http://schemas.microsoft.com/office/drawing/2014/main" id="{797EA6A5-25FB-40A9-B322-8828EA0312D3}"/>
              </a:ext>
            </a:extLst>
          </p:cNvPr>
          <p:cNvSpPr>
            <a:spLocks xmlns:a="http://schemas.openxmlformats.org/drawingml/2006/main" noGrp="1"/>
          </p:cNvSpPr>
          <p:nvPr/>
        </p:nvSpPr>
        <p:spPr>
          <a:xfrm xmlns:a="http://schemas.openxmlformats.org/drawingml/2006/main">
            <a:off x="3381375" y="33718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The model’s guess for a new image</a:t>
            </a:r>
          </a:p>
        </p:txBody>
      </p:sp>
      <p:sp>
        <p:nvSpPr>
          <p:cNvPr id="10" name="Our example: a digit recognizer that learns from labeled ima">
            <a:extLst xmlns:a="http://schemas.openxmlformats.org/drawingml/2006/main">
              <a:ext uri="{FF2B5EF4-FFF2-40B4-BE49-F238E27FC236}">
                <a16:creationId xmlns:a16="http://schemas.microsoft.com/office/drawing/2014/main" id="{42E6CE94-1B04-434F-AF31-1E6FA9A0F3F4}"/>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Our example: a digit recognizer that learns from labeled images</a:t>
            </a:r>
          </a:p>
        </p:txBody>
      </p:sp>
      <p:sp>
        <p:nvSpPr>
          <p:cNvPr id="11" name="02">
            <a:extLst xmlns:a="http://schemas.openxmlformats.org/drawingml/2006/main">
              <a:ext uri="{FF2B5EF4-FFF2-40B4-BE49-F238E27FC236}">
                <a16:creationId xmlns:a16="http://schemas.microsoft.com/office/drawing/2014/main" id="{E8A3B896-CE66-4217-9595-8102E7FC23D9}"/>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02</a:t>
            </a:r>
          </a:p>
        </p:txBody>
      </p:sp>
    </p:spTree>
    <p:extLst>
      <p:ext uri="{BB962C8B-B14F-4D97-AF65-F5344CB8AC3E}">
        <p14:creationId xmlns:p14="http://schemas.microsoft.com/office/powerpoint/2010/main" val="64851087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Training and inference">
            <a:extLst xmlns:a="http://schemas.openxmlformats.org/drawingml/2006/main">
              <a:ext uri="{FF2B5EF4-FFF2-40B4-BE49-F238E27FC236}">
                <a16:creationId xmlns:a16="http://schemas.microsoft.com/office/drawing/2014/main" id="{22CB1561-647D-4F2D-8566-EDA2D2C32EE1}"/>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Training and inference</a:t>
            </a:r>
          </a:p>
        </p:txBody>
      </p:sp>
      <p:sp>
        <p:nvSpPr>
          <p:cNvPr id="2" name="Training = learning">
            <a:extLst xmlns:a="http://schemas.openxmlformats.org/drawingml/2006/main">
              <a:ext uri="{FF2B5EF4-FFF2-40B4-BE49-F238E27FC236}">
                <a16:creationId xmlns:a16="http://schemas.microsoft.com/office/drawing/2014/main" id="{D72B5757-05FB-4C23-A731-72B843361030}"/>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Training = learning</a:t>
            </a:r>
          </a:p>
        </p:txBody>
      </p:sp>
      <p:sp>
        <p:nvSpPr>
          <p:cNvPr id="3" name="Inference = predicting">
            <a:extLst xmlns:a="http://schemas.openxmlformats.org/drawingml/2006/main">
              <a:ext uri="{FF2B5EF4-FFF2-40B4-BE49-F238E27FC236}">
                <a16:creationId xmlns:a16="http://schemas.microsoft.com/office/drawing/2014/main" id="{965494CA-B4DA-4EA8-9763-7B4A4A8FF541}"/>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Inference = predicting</a:t>
            </a:r>
          </a:p>
        </p:txBody>
      </p:sp>
      <p:sp>
        <p:nvSpPr>
          <p:cNvPr id="4" name="Use examples with answers">
            <a:extLst xmlns:a="http://schemas.openxmlformats.org/drawingml/2006/main">
              <a:ext uri="{FF2B5EF4-FFF2-40B4-BE49-F238E27FC236}">
                <a16:creationId xmlns:a16="http://schemas.microsoft.com/office/drawing/2014/main" id="{79FEA731-4BC5-48B8-A522-77CBD1D92263}"/>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Use examples with answers</a:t>
            </a:r>
          </a:p>
        </p:txBody>
      </p:sp>
      <p:sp>
        <p:nvSpPr>
          <p:cNvPr id="5" name="Fit a model to those examples">
            <a:extLst xmlns:a="http://schemas.openxmlformats.org/drawingml/2006/main">
              <a:ext uri="{FF2B5EF4-FFF2-40B4-BE49-F238E27FC236}">
                <a16:creationId xmlns:a16="http://schemas.microsoft.com/office/drawing/2014/main" id="{A148C79F-3133-4F6C-9639-9A505BD04B36}"/>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Fit a model to those examples</a:t>
            </a:r>
          </a:p>
        </p:txBody>
      </p:sp>
      <p:sp>
        <p:nvSpPr>
          <p:cNvPr id="6" name="Save the fitted model">
            <a:extLst xmlns:a="http://schemas.openxmlformats.org/drawingml/2006/main">
              <a:ext uri="{FF2B5EF4-FFF2-40B4-BE49-F238E27FC236}">
                <a16:creationId xmlns:a16="http://schemas.microsoft.com/office/drawing/2014/main" id="{77228776-5154-4D1B-8379-F0CE10311DAF}"/>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Save the fitted model</a:t>
            </a:r>
          </a:p>
        </p:txBody>
      </p:sp>
      <p:sp>
        <p:nvSpPr>
          <p:cNvPr id="7" name="Receive a new input">
            <a:extLst xmlns:a="http://schemas.openxmlformats.org/drawingml/2006/main">
              <a:ext uri="{FF2B5EF4-FFF2-40B4-BE49-F238E27FC236}">
                <a16:creationId xmlns:a16="http://schemas.microsoft.com/office/drawing/2014/main" id="{F3F612A2-567E-4CBD-B1AF-532391E33515}"/>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Receive a new input</a:t>
            </a:r>
          </a:p>
        </p:txBody>
      </p:sp>
      <p:sp>
        <p:nvSpPr>
          <p:cNvPr id="8" name="Use the saved model">
            <a:extLst xmlns:a="http://schemas.openxmlformats.org/drawingml/2006/main">
              <a:ext uri="{FF2B5EF4-FFF2-40B4-BE49-F238E27FC236}">
                <a16:creationId xmlns:a16="http://schemas.microsoft.com/office/drawing/2014/main" id="{655FD164-7AB7-4EC8-A353-1063B64F2A17}"/>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Use the saved model</a:t>
            </a:r>
          </a:p>
        </p:txBody>
      </p:sp>
      <p:sp>
        <p:nvSpPr>
          <p:cNvPr id="9" name="Return a prediction">
            <a:extLst xmlns:a="http://schemas.openxmlformats.org/drawingml/2006/main">
              <a:ext uri="{FF2B5EF4-FFF2-40B4-BE49-F238E27FC236}">
                <a16:creationId xmlns:a16="http://schemas.microsoft.com/office/drawing/2014/main" id="{51DDAAE6-BD59-45C3-B760-04CAD871B41F}"/>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Return a prediction</a:t>
            </a:r>
          </a:p>
        </p:txBody>
      </p:sp>
      <p:sp>
        <p:nvSpPr>
          <p:cNvPr id="10" name="03">
            <a:extLst xmlns:a="http://schemas.openxmlformats.org/drawingml/2006/main">
              <a:ext uri="{FF2B5EF4-FFF2-40B4-BE49-F238E27FC236}">
                <a16:creationId xmlns:a16="http://schemas.microsoft.com/office/drawing/2014/main" id="{748CB37E-FF68-47E5-92A0-57621A5832AC}"/>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03</a:t>
            </a:r>
          </a:p>
        </p:txBody>
      </p:sp>
    </p:spTree>
    <p:extLst>
      <p:ext uri="{BB962C8B-B14F-4D97-AF65-F5344CB8AC3E}">
        <p14:creationId xmlns:p14="http://schemas.microsoft.com/office/powerpoint/2010/main" val="64851087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What is MLOps?">
            <a:extLst xmlns:a="http://schemas.openxmlformats.org/drawingml/2006/main">
              <a:ext uri="{FF2B5EF4-FFF2-40B4-BE49-F238E27FC236}">
                <a16:creationId xmlns:a16="http://schemas.microsoft.com/office/drawing/2014/main" id="{82EBAB20-9EB0-4F6F-A9E5-A41CB5BEC1C7}"/>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What is MLOps?</a:t>
            </a:r>
          </a:p>
        </p:txBody>
      </p:sp>
      <p:sp>
        <p:nvSpPr>
          <p:cNvPr id="2" name="MLOps = Machine Learning Operations">
            <a:extLst xmlns:a="http://schemas.openxmlformats.org/drawingml/2006/main">
              <a:ext uri="{FF2B5EF4-FFF2-40B4-BE49-F238E27FC236}">
                <a16:creationId xmlns:a16="http://schemas.microsoft.com/office/drawing/2014/main" id="{FD6FF28E-7EDD-4B21-B9AC-023A10E72369}"/>
              </a:ext>
            </a:extLst>
          </p:cNvPr>
          <p:cNvSpPr>
            <a:spLocks xmlns:a="http://schemas.openxmlformats.org/drawingml/2006/main" noGrp="1"/>
          </p:cNvSpPr>
          <p:nvPr/>
        </p:nvSpPr>
        <p:spPr>
          <a:xfrm xmlns:a="http://schemas.openxmlformats.org/drawingml/2006/main">
            <a:off x="457200" y="145732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MLOps = Machine Learning Operations</a:t>
            </a:r>
          </a:p>
        </p:txBody>
      </p:sp>
      <p:sp>
        <p:nvSpPr>
          <p:cNvPr id="3" name="The practices that help a team build, release, and maintain ">
            <a:extLst xmlns:a="http://schemas.openxmlformats.org/drawingml/2006/main">
              <a:ext uri="{FF2B5EF4-FFF2-40B4-BE49-F238E27FC236}">
                <a16:creationId xmlns:a16="http://schemas.microsoft.com/office/drawing/2014/main" id="{1E7E979C-0F68-430D-A44D-F242F530D17A}"/>
              </a:ext>
            </a:extLst>
          </p:cNvPr>
          <p:cNvSpPr>
            <a:spLocks xmlns:a="http://schemas.openxmlformats.org/drawingml/2006/main" noGrp="1"/>
          </p:cNvSpPr>
          <p:nvPr/>
        </p:nvSpPr>
        <p:spPr>
          <a:xfrm xmlns:a="http://schemas.openxmlformats.org/drawingml/2006/main">
            <a:off x="457200" y="2076450"/>
            <a:ext cx="82296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0">
                <a:solidFill>
                  <a:srgbClr val="FFFFFF"/>
                </a:solidFill>
                <a:latin typeface="Space Grotesk"/>
                <a:ea typeface="Space Grotesk"/>
                <a:cs typeface="Space Grotesk"/>
              </a:defRPr>
            </a:defPPr>
          </a:lstStyle>
          <a:p xmlns:a="http://schemas.openxmlformats.org/drawingml/2006/main">
            <a:pPr algn="l">
              <a:defRPr sz="2400" b="0">
                <a:solidFill>
                  <a:srgbClr val="FFFFFF"/>
                </a:solidFill>
                <a:latin typeface="Space Grotesk"/>
                <a:ea typeface="Space Grotesk"/>
                <a:cs typeface="Space Grotesk"/>
              </a:defRPr>
            </a:pPr>
            <a:r>
              <a:rPr sz="2400" b="0">
                <a:solidFill>
                  <a:srgbClr val="FFFFFF"/>
                </a:solidFill>
                <a:latin typeface="Space Grotesk"/>
                <a:ea typeface="Space Grotesk"/>
                <a:cs typeface="Space Grotesk"/>
              </a:rPr>
              <a:t>The practices that help a team build, release, and maintain a reliable machine learning application.</a:t>
            </a:r>
          </a:p>
        </p:txBody>
      </p:sp>
      <p:sp>
        <p:nvSpPr>
          <p:cNvPr id="4" name="Data work, model development, and software operations work t">
            <a:extLst xmlns:a="http://schemas.openxmlformats.org/drawingml/2006/main">
              <a:ext uri="{FF2B5EF4-FFF2-40B4-BE49-F238E27FC236}">
                <a16:creationId xmlns:a16="http://schemas.microsoft.com/office/drawing/2014/main" id="{0E4A3F62-DBCC-49F3-B13E-41861F9E299D}"/>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Data work, model development, and software operations work together</a:t>
            </a:r>
          </a:p>
        </p:txBody>
      </p:sp>
      <p:sp>
        <p:nvSpPr>
          <p:cNvPr id="5" name="04">
            <a:extLst xmlns:a="http://schemas.openxmlformats.org/drawingml/2006/main">
              <a:ext uri="{FF2B5EF4-FFF2-40B4-BE49-F238E27FC236}">
                <a16:creationId xmlns:a16="http://schemas.microsoft.com/office/drawing/2014/main" id="{639C47FB-30F9-4BDA-AAEA-999B849DC20C}"/>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04</a:t>
            </a:r>
          </a:p>
        </p:txBody>
      </p:sp>
    </p:spTree>
    <p:extLst>
      <p:ext uri="{BB962C8B-B14F-4D97-AF65-F5344CB8AC3E}">
        <p14:creationId xmlns:p14="http://schemas.microsoft.com/office/powerpoint/2010/main" val="64851087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The notebook is only the beginning">
            <a:extLst xmlns:a="http://schemas.openxmlformats.org/drawingml/2006/main">
              <a:ext uri="{FF2B5EF4-FFF2-40B4-BE49-F238E27FC236}">
                <a16:creationId xmlns:a16="http://schemas.microsoft.com/office/drawing/2014/main" id="{4EA7710B-0D6A-44C9-B207-BE7A9C53CE02}"/>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The notebook is only the beginning</a:t>
            </a:r>
          </a:p>
        </p:txBody>
      </p:sp>
      <p:sp>
        <p:nvSpPr>
          <p:cNvPr id="2" name="In your notebook">
            <a:extLst xmlns:a="http://schemas.openxmlformats.org/drawingml/2006/main">
              <a:ext uri="{FF2B5EF4-FFF2-40B4-BE49-F238E27FC236}">
                <a16:creationId xmlns:a16="http://schemas.microsoft.com/office/drawing/2014/main" id="{8CE7C1DD-546F-488D-A74B-A861CA6C0D9D}"/>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In your notebook</a:t>
            </a:r>
          </a:p>
        </p:txBody>
      </p:sp>
      <p:sp>
        <p:nvSpPr>
          <p:cNvPr id="3" name="In an application">
            <a:extLst xmlns:a="http://schemas.openxmlformats.org/drawingml/2006/main">
              <a:ext uri="{FF2B5EF4-FFF2-40B4-BE49-F238E27FC236}">
                <a16:creationId xmlns:a16="http://schemas.microsoft.com/office/drawing/2014/main" id="{E185F715-CCF3-4793-B241-62C09EE83D87}"/>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In an application</a:t>
            </a:r>
          </a:p>
        </p:txBody>
      </p:sp>
      <p:sp>
        <p:nvSpPr>
          <p:cNvPr id="4" name="You choose the input">
            <a:extLst xmlns:a="http://schemas.openxmlformats.org/drawingml/2006/main">
              <a:ext uri="{FF2B5EF4-FFF2-40B4-BE49-F238E27FC236}">
                <a16:creationId xmlns:a16="http://schemas.microsoft.com/office/drawing/2014/main" id="{30868755-751F-41A3-B62D-E42FCD035553}"/>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You choose the input</a:t>
            </a:r>
          </a:p>
        </p:txBody>
      </p:sp>
      <p:sp>
        <p:nvSpPr>
          <p:cNvPr id="5" name="You run the cells">
            <a:extLst xmlns:a="http://schemas.openxmlformats.org/drawingml/2006/main">
              <a:ext uri="{FF2B5EF4-FFF2-40B4-BE49-F238E27FC236}">
                <a16:creationId xmlns:a16="http://schemas.microsoft.com/office/drawing/2014/main" id="{76952543-AAC2-4C78-8C8D-9805FAAC907A}"/>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You run the cells</a:t>
            </a:r>
          </a:p>
        </p:txBody>
      </p:sp>
      <p:sp>
        <p:nvSpPr>
          <p:cNvPr id="6" name="You inspect the answer">
            <a:extLst xmlns:a="http://schemas.openxmlformats.org/drawingml/2006/main">
              <a:ext uri="{FF2B5EF4-FFF2-40B4-BE49-F238E27FC236}">
                <a16:creationId xmlns:a16="http://schemas.microsoft.com/office/drawing/2014/main" id="{CA81AA46-8D29-4D60-ADBA-3CEBB4A5DCA2}"/>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You inspect the answer</a:t>
            </a:r>
          </a:p>
        </p:txBody>
      </p:sp>
      <p:sp>
        <p:nvSpPr>
          <p:cNvPr id="7" name="Someone else sends input">
            <a:extLst xmlns:a="http://schemas.openxmlformats.org/drawingml/2006/main">
              <a:ext uri="{FF2B5EF4-FFF2-40B4-BE49-F238E27FC236}">
                <a16:creationId xmlns:a16="http://schemas.microsoft.com/office/drawing/2014/main" id="{3F52D8BE-062C-4537-ACED-415667BEAF23}"/>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Someone else sends input</a:t>
            </a:r>
          </a:p>
        </p:txBody>
      </p:sp>
      <p:sp>
        <p:nvSpPr>
          <p:cNvPr id="8" name="A service answers requests">
            <a:extLst xmlns:a="http://schemas.openxmlformats.org/drawingml/2006/main">
              <a:ext uri="{FF2B5EF4-FFF2-40B4-BE49-F238E27FC236}">
                <a16:creationId xmlns:a16="http://schemas.microsoft.com/office/drawing/2014/main" id="{A4873C57-1128-4AAD-9975-C391B2C6BC12}"/>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A service answers requests</a:t>
            </a:r>
          </a:p>
        </p:txBody>
      </p:sp>
      <p:sp>
        <p:nvSpPr>
          <p:cNvPr id="9" name="You need evidence it still works">
            <a:extLst xmlns:a="http://schemas.openxmlformats.org/drawingml/2006/main">
              <a:ext uri="{FF2B5EF4-FFF2-40B4-BE49-F238E27FC236}">
                <a16:creationId xmlns:a16="http://schemas.microsoft.com/office/drawing/2014/main" id="{1A99B7A9-EA39-4F49-8852-D589F191826B}"/>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You need evidence it still works</a:t>
            </a:r>
          </a:p>
        </p:txBody>
      </p:sp>
      <p:sp>
        <p:nvSpPr>
          <p:cNvPr id="10" name="05">
            <a:extLst xmlns:a="http://schemas.openxmlformats.org/drawingml/2006/main">
              <a:ext uri="{FF2B5EF4-FFF2-40B4-BE49-F238E27FC236}">
                <a16:creationId xmlns:a16="http://schemas.microsoft.com/office/drawing/2014/main" id="{DC5FA727-49B4-4F8B-934E-3FAF2B8E98EF}"/>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05</a:t>
            </a:r>
          </a:p>
        </p:txBody>
      </p:sp>
    </p:spTree>
    <p:extLst>
      <p:ext uri="{BB962C8B-B14F-4D97-AF65-F5344CB8AC3E}">
        <p14:creationId xmlns:p14="http://schemas.microsoft.com/office/powerpoint/2010/main" val="64851087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Code, data, and model versions">
            <a:extLst xmlns:a="http://schemas.openxmlformats.org/drawingml/2006/main">
              <a:ext uri="{FF2B5EF4-FFF2-40B4-BE49-F238E27FC236}">
                <a16:creationId xmlns:a16="http://schemas.microsoft.com/office/drawing/2014/main" id="{17423E94-BF9D-4F61-81D9-35279CE6E82A}"/>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Code, data, and model versions</a:t>
            </a:r>
          </a:p>
        </p:txBody>
      </p:sp>
      <p:sp>
        <p:nvSpPr>
          <p:cNvPr id="2" name="Code">
            <a:extLst xmlns:a="http://schemas.openxmlformats.org/drawingml/2006/main">
              <a:ext uri="{FF2B5EF4-FFF2-40B4-BE49-F238E27FC236}">
                <a16:creationId xmlns:a16="http://schemas.microsoft.com/office/drawing/2014/main" id="{89C79148-AF9E-461C-B324-0033725D09CD}"/>
              </a:ext>
            </a:extLst>
          </p:cNvPr>
          <p:cNvSpPr>
            <a:spLocks xmlns:a="http://schemas.openxmlformats.org/drawingml/2006/main" noGrp="1"/>
          </p:cNvSpPr>
          <p:nvPr/>
        </p:nvSpPr>
        <p:spPr>
          <a:xfrm xmlns:a="http://schemas.openxmlformats.org/drawingml/2006/main">
            <a:off x="457200" y="14859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Code</a:t>
            </a:r>
          </a:p>
        </p:txBody>
      </p:sp>
      <p:sp>
        <p:nvSpPr>
          <p:cNvPr id="3" name="Which training and app code did we use?">
            <a:extLst xmlns:a="http://schemas.openxmlformats.org/drawingml/2006/main">
              <a:ext uri="{FF2B5EF4-FFF2-40B4-BE49-F238E27FC236}">
                <a16:creationId xmlns:a16="http://schemas.microsoft.com/office/drawing/2014/main" id="{84D9043A-525B-4060-A718-B0B0212E6758}"/>
              </a:ext>
            </a:extLst>
          </p:cNvPr>
          <p:cNvSpPr>
            <a:spLocks xmlns:a="http://schemas.openxmlformats.org/drawingml/2006/main" noGrp="1"/>
          </p:cNvSpPr>
          <p:nvPr/>
        </p:nvSpPr>
        <p:spPr>
          <a:xfrm xmlns:a="http://schemas.openxmlformats.org/drawingml/2006/main">
            <a:off x="3381375" y="14859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Which training and app code did we use?</a:t>
            </a:r>
          </a:p>
        </p:txBody>
      </p:sp>
      <p:sp>
        <p:nvSpPr>
          <p:cNvPr id="4" name="Data">
            <a:extLst xmlns:a="http://schemas.openxmlformats.org/drawingml/2006/main">
              <a:ext uri="{FF2B5EF4-FFF2-40B4-BE49-F238E27FC236}">
                <a16:creationId xmlns:a16="http://schemas.microsoft.com/office/drawing/2014/main" id="{93C7B2D6-AF5F-462B-A8A5-07AA148EE33E}"/>
              </a:ext>
            </a:extLst>
          </p:cNvPr>
          <p:cNvSpPr>
            <a:spLocks xmlns:a="http://schemas.openxmlformats.org/drawingml/2006/main" noGrp="1"/>
          </p:cNvSpPr>
          <p:nvPr/>
        </p:nvSpPr>
        <p:spPr>
          <a:xfrm xmlns:a="http://schemas.openxmlformats.org/drawingml/2006/main">
            <a:off x="457200" y="21145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Data</a:t>
            </a:r>
          </a:p>
        </p:txBody>
      </p:sp>
      <p:sp>
        <p:nvSpPr>
          <p:cNvPr id="5" name="Which examples did the model learn from?">
            <a:extLst xmlns:a="http://schemas.openxmlformats.org/drawingml/2006/main">
              <a:ext uri="{FF2B5EF4-FFF2-40B4-BE49-F238E27FC236}">
                <a16:creationId xmlns:a16="http://schemas.microsoft.com/office/drawing/2014/main" id="{1D5332B1-50B4-4C77-8E05-74FB06C01CC5}"/>
              </a:ext>
            </a:extLst>
          </p:cNvPr>
          <p:cNvSpPr>
            <a:spLocks xmlns:a="http://schemas.openxmlformats.org/drawingml/2006/main" noGrp="1"/>
          </p:cNvSpPr>
          <p:nvPr/>
        </p:nvSpPr>
        <p:spPr>
          <a:xfrm xmlns:a="http://schemas.openxmlformats.org/drawingml/2006/main">
            <a:off x="3381375" y="21145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Which examples did the model learn from?</a:t>
            </a:r>
          </a:p>
        </p:txBody>
      </p:sp>
      <p:sp>
        <p:nvSpPr>
          <p:cNvPr id="6" name="Model artifact">
            <a:extLst xmlns:a="http://schemas.openxmlformats.org/drawingml/2006/main">
              <a:ext uri="{FF2B5EF4-FFF2-40B4-BE49-F238E27FC236}">
                <a16:creationId xmlns:a16="http://schemas.microsoft.com/office/drawing/2014/main" id="{FB466BD5-9ACB-4294-8AFE-7F548BC3B4B2}"/>
              </a:ext>
            </a:extLst>
          </p:cNvPr>
          <p:cNvSpPr>
            <a:spLocks xmlns:a="http://schemas.openxmlformats.org/drawingml/2006/main" noGrp="1"/>
          </p:cNvSpPr>
          <p:nvPr/>
        </p:nvSpPr>
        <p:spPr>
          <a:xfrm xmlns:a="http://schemas.openxmlformats.org/drawingml/2006/main">
            <a:off x="457200" y="27432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Model artifact</a:t>
            </a:r>
          </a:p>
        </p:txBody>
      </p:sp>
      <p:sp>
        <p:nvSpPr>
          <p:cNvPr id="7" name="Which saved model is serving predictions?">
            <a:extLst xmlns:a="http://schemas.openxmlformats.org/drawingml/2006/main">
              <a:ext uri="{FF2B5EF4-FFF2-40B4-BE49-F238E27FC236}">
                <a16:creationId xmlns:a16="http://schemas.microsoft.com/office/drawing/2014/main" id="{4FA38B14-97B4-4682-B2EF-B9E5D8B36F83}"/>
              </a:ext>
            </a:extLst>
          </p:cNvPr>
          <p:cNvSpPr>
            <a:spLocks xmlns:a="http://schemas.openxmlformats.org/drawingml/2006/main" noGrp="1"/>
          </p:cNvSpPr>
          <p:nvPr/>
        </p:nvSpPr>
        <p:spPr>
          <a:xfrm xmlns:a="http://schemas.openxmlformats.org/drawingml/2006/main">
            <a:off x="3381375" y="27432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Which saved model is serving predictions?</a:t>
            </a:r>
          </a:p>
        </p:txBody>
      </p:sp>
      <p:sp>
        <p:nvSpPr>
          <p:cNvPr id="8" name="Environment">
            <a:extLst xmlns:a="http://schemas.openxmlformats.org/drawingml/2006/main">
              <a:ext uri="{FF2B5EF4-FFF2-40B4-BE49-F238E27FC236}">
                <a16:creationId xmlns:a16="http://schemas.microsoft.com/office/drawing/2014/main" id="{F4EAFDD4-8A28-426A-806E-E0DD6E9B1380}"/>
              </a:ext>
            </a:extLst>
          </p:cNvPr>
          <p:cNvSpPr>
            <a:spLocks xmlns:a="http://schemas.openxmlformats.org/drawingml/2006/main" noGrp="1"/>
          </p:cNvSpPr>
          <p:nvPr/>
        </p:nvSpPr>
        <p:spPr>
          <a:xfrm xmlns:a="http://schemas.openxmlformats.org/drawingml/2006/main">
            <a:off x="457200" y="33718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Environment</a:t>
            </a:r>
          </a:p>
        </p:txBody>
      </p:sp>
      <p:sp>
        <p:nvSpPr>
          <p:cNvPr id="9" name="Which library versions does it need?">
            <a:extLst xmlns:a="http://schemas.openxmlformats.org/drawingml/2006/main">
              <a:ext uri="{FF2B5EF4-FFF2-40B4-BE49-F238E27FC236}">
                <a16:creationId xmlns:a16="http://schemas.microsoft.com/office/drawing/2014/main" id="{625DBEA8-D5DD-4AF5-9D88-C20597611F3F}"/>
              </a:ext>
            </a:extLst>
          </p:cNvPr>
          <p:cNvSpPr>
            <a:spLocks xmlns:a="http://schemas.openxmlformats.org/drawingml/2006/main" noGrp="1"/>
          </p:cNvSpPr>
          <p:nvPr/>
        </p:nvSpPr>
        <p:spPr>
          <a:xfrm xmlns:a="http://schemas.openxmlformats.org/drawingml/2006/main">
            <a:off x="3381375" y="33718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Which library versions does it need?</a:t>
            </a:r>
          </a:p>
        </p:txBody>
      </p:sp>
      <p:sp>
        <p:nvSpPr>
          <p:cNvPr id="10" name="Versioning helps explain results and restore a working relea">
            <a:extLst xmlns:a="http://schemas.openxmlformats.org/drawingml/2006/main">
              <a:ext uri="{FF2B5EF4-FFF2-40B4-BE49-F238E27FC236}">
                <a16:creationId xmlns:a16="http://schemas.microsoft.com/office/drawing/2014/main" id="{9457D118-6DB0-4039-86E0-D321750E14B5}"/>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Versioning helps explain results and restore a working release</a:t>
            </a:r>
          </a:p>
        </p:txBody>
      </p:sp>
      <p:sp>
        <p:nvSpPr>
          <p:cNvPr id="11" name="06">
            <a:extLst xmlns:a="http://schemas.openxmlformats.org/drawingml/2006/main">
              <a:ext uri="{FF2B5EF4-FFF2-40B4-BE49-F238E27FC236}">
                <a16:creationId xmlns:a16="http://schemas.microsoft.com/office/drawing/2014/main" id="{3A70E39F-F121-4537-BCB2-FA225A159271}"/>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06</a:t>
            </a:r>
          </a:p>
        </p:txBody>
      </p:sp>
    </p:spTree>
    <p:extLst>
      <p:ext uri="{BB962C8B-B14F-4D97-AF65-F5344CB8AC3E}">
        <p14:creationId xmlns:p14="http://schemas.microsoft.com/office/powerpoint/2010/main" val="64851087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Reproducible pipelines">
            <a:extLst xmlns:a="http://schemas.openxmlformats.org/drawingml/2006/main">
              <a:ext uri="{FF2B5EF4-FFF2-40B4-BE49-F238E27FC236}">
                <a16:creationId xmlns:a16="http://schemas.microsoft.com/office/drawing/2014/main" id="{C3E12E9B-4256-4921-93B9-A2761C2CFD2E}"/>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Reproducible pipelines</a:t>
            </a:r>
          </a:p>
        </p:txBody>
      </p:sp>
      <p:sp>
        <p:nvSpPr>
          <p:cNvPr id="2" name="A pipeline is an ordered set of steps">
            <a:extLst xmlns:a="http://schemas.openxmlformats.org/drawingml/2006/main">
              <a:ext uri="{FF2B5EF4-FFF2-40B4-BE49-F238E27FC236}">
                <a16:creationId xmlns:a16="http://schemas.microsoft.com/office/drawing/2014/main" id="{69025222-40E1-4405-AF2A-585EFF94F30F}"/>
              </a:ext>
            </a:extLst>
          </p:cNvPr>
          <p:cNvSpPr>
            <a:spLocks xmlns:a="http://schemas.openxmlformats.org/drawingml/2006/main" noGrp="1"/>
          </p:cNvSpPr>
          <p:nvPr/>
        </p:nvSpPr>
        <p:spPr>
          <a:xfrm xmlns:a="http://schemas.openxmlformats.org/drawingml/2006/main">
            <a:off x="457200" y="145732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A pipeline is an ordered set of steps</a:t>
            </a:r>
          </a:p>
        </p:txBody>
      </p:sp>
      <p:sp>
        <p:nvSpPr>
          <p:cNvPr id="3" name="Prepare the data, train a model, evaluate it, and save the r">
            <a:extLst xmlns:a="http://schemas.openxmlformats.org/drawingml/2006/main">
              <a:ext uri="{FF2B5EF4-FFF2-40B4-BE49-F238E27FC236}">
                <a16:creationId xmlns:a16="http://schemas.microsoft.com/office/drawing/2014/main" id="{4B8C6A70-80DC-4B14-B011-429AB62B2D24}"/>
              </a:ext>
            </a:extLst>
          </p:cNvPr>
          <p:cNvSpPr>
            <a:spLocks xmlns:a="http://schemas.openxmlformats.org/drawingml/2006/main" noGrp="1"/>
          </p:cNvSpPr>
          <p:nvPr/>
        </p:nvSpPr>
        <p:spPr>
          <a:xfrm xmlns:a="http://schemas.openxmlformats.org/drawingml/2006/main">
            <a:off x="457200" y="2076450"/>
            <a:ext cx="82296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0">
                <a:solidFill>
                  <a:srgbClr val="FFFFFF"/>
                </a:solidFill>
                <a:latin typeface="Space Grotesk"/>
                <a:ea typeface="Space Grotesk"/>
                <a:cs typeface="Space Grotesk"/>
              </a:defRPr>
            </a:defPPr>
          </a:lstStyle>
          <a:p xmlns:a="http://schemas.openxmlformats.org/drawingml/2006/main">
            <a:pPr algn="l">
              <a:defRPr sz="2400" b="0">
                <a:solidFill>
                  <a:srgbClr val="FFFFFF"/>
                </a:solidFill>
                <a:latin typeface="Space Grotesk"/>
                <a:ea typeface="Space Grotesk"/>
                <a:cs typeface="Space Grotesk"/>
              </a:defRPr>
            </a:pPr>
            <a:r>
              <a:rPr sz="2400" b="0">
                <a:solidFill>
                  <a:srgbClr val="FFFFFF"/>
                </a:solidFill>
                <a:latin typeface="Space Grotesk"/>
                <a:ea typeface="Space Grotesk"/>
                <a:cs typeface="Space Grotesk"/>
              </a:rPr>
              <a:t>Prepare the data, train a model, evaluate it, and save the result using a repeatable process.</a:t>
            </a:r>
          </a:p>
        </p:txBody>
      </p:sp>
      <p:sp>
        <p:nvSpPr>
          <p:cNvPr id="4" name="Record the inputs, settings, and environment so you can repe">
            <a:extLst xmlns:a="http://schemas.openxmlformats.org/drawingml/2006/main">
              <a:ext uri="{FF2B5EF4-FFF2-40B4-BE49-F238E27FC236}">
                <a16:creationId xmlns:a16="http://schemas.microsoft.com/office/drawing/2014/main" id="{92644136-9C2D-486C-8B79-4487251D2CE9}"/>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Record the inputs, settings, and environment so you can repeat the work</a:t>
            </a:r>
          </a:p>
        </p:txBody>
      </p:sp>
      <p:sp>
        <p:nvSpPr>
          <p:cNvPr id="5" name="07">
            <a:extLst xmlns:a="http://schemas.openxmlformats.org/drawingml/2006/main">
              <a:ext uri="{FF2B5EF4-FFF2-40B4-BE49-F238E27FC236}">
                <a16:creationId xmlns:a16="http://schemas.microsoft.com/office/drawing/2014/main" id="{6CBE5D7C-4312-4085-A473-1BD1A6ED9C75}"/>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07</a:t>
            </a:r>
          </a:p>
        </p:txBody>
      </p:sp>
    </p:spTree>
    <p:extLst>
      <p:ext uri="{BB962C8B-B14F-4D97-AF65-F5344CB8AC3E}">
        <p14:creationId xmlns:p14="http://schemas.microsoft.com/office/powerpoint/2010/main" val="64851087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Serving and deployment">
            <a:extLst xmlns:a="http://schemas.openxmlformats.org/drawingml/2006/main">
              <a:ext uri="{FF2B5EF4-FFF2-40B4-BE49-F238E27FC236}">
                <a16:creationId xmlns:a16="http://schemas.microsoft.com/office/drawing/2014/main" id="{2AA652CE-55C2-4C26-B036-93B6B6D52C10}"/>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Serving and deployment</a:t>
            </a:r>
          </a:p>
        </p:txBody>
      </p:sp>
      <p:sp>
        <p:nvSpPr>
          <p:cNvPr id="2" name="Serving = answering">
            <a:extLst xmlns:a="http://schemas.openxmlformats.org/drawingml/2006/main">
              <a:ext uri="{FF2B5EF4-FFF2-40B4-BE49-F238E27FC236}">
                <a16:creationId xmlns:a16="http://schemas.microsoft.com/office/drawing/2014/main" id="{0ED833CE-2741-4B92-A268-EB944D750BF4}"/>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Serving = answering</a:t>
            </a:r>
          </a:p>
        </p:txBody>
      </p:sp>
      <p:sp>
        <p:nvSpPr>
          <p:cNvPr id="3" name="Deployment = releasing">
            <a:extLst xmlns:a="http://schemas.openxmlformats.org/drawingml/2006/main">
              <a:ext uri="{FF2B5EF4-FFF2-40B4-BE49-F238E27FC236}">
                <a16:creationId xmlns:a16="http://schemas.microsoft.com/office/drawing/2014/main" id="{2F3DB4DF-3633-4612-B9D7-515DAA2CBF93}"/>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Deployment = releasing</a:t>
            </a:r>
          </a:p>
        </p:txBody>
      </p:sp>
      <p:sp>
        <p:nvSpPr>
          <p:cNvPr id="4" name="An app sends input to an API">
            <a:extLst xmlns:a="http://schemas.openxmlformats.org/drawingml/2006/main">
              <a:ext uri="{FF2B5EF4-FFF2-40B4-BE49-F238E27FC236}">
                <a16:creationId xmlns:a16="http://schemas.microsoft.com/office/drawing/2014/main" id="{28096AB4-A421-4D72-8838-1BBA708790CC}"/>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An app sends input to an API</a:t>
            </a:r>
          </a:p>
        </p:txBody>
      </p:sp>
      <p:sp>
        <p:nvSpPr>
          <p:cNvPr id="5" name="The API calls the saved model">
            <a:extLst xmlns:a="http://schemas.openxmlformats.org/drawingml/2006/main">
              <a:ext uri="{FF2B5EF4-FFF2-40B4-BE49-F238E27FC236}">
                <a16:creationId xmlns:a16="http://schemas.microsoft.com/office/drawing/2014/main" id="{0622F20B-7628-46A4-8FE7-95554522CBA0}"/>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The API calls the saved model</a:t>
            </a:r>
          </a:p>
        </p:txBody>
      </p:sp>
      <p:sp>
        <p:nvSpPr>
          <p:cNvPr id="6" name="The app receives a prediction">
            <a:extLst xmlns:a="http://schemas.openxmlformats.org/drawingml/2006/main">
              <a:ext uri="{FF2B5EF4-FFF2-40B4-BE49-F238E27FC236}">
                <a16:creationId xmlns:a16="http://schemas.microsoft.com/office/drawing/2014/main" id="{B7536A99-6BE1-4D43-A387-12227F16A0F6}"/>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The app receives a prediction</a:t>
            </a:r>
          </a:p>
        </p:txBody>
      </p:sp>
      <p:sp>
        <p:nvSpPr>
          <p:cNvPr id="7" name="Package the code and model">
            <a:extLst xmlns:a="http://schemas.openxmlformats.org/drawingml/2006/main">
              <a:ext uri="{FF2B5EF4-FFF2-40B4-BE49-F238E27FC236}">
                <a16:creationId xmlns:a16="http://schemas.microsoft.com/office/drawing/2014/main" id="{D09D44BD-D2AD-40F6-98A1-5282A4A80F94}"/>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Package the code and model</a:t>
            </a:r>
          </a:p>
        </p:txBody>
      </p:sp>
      <p:sp>
        <p:nvSpPr>
          <p:cNvPr id="8" name="Run them on a server">
            <a:extLst xmlns:a="http://schemas.openxmlformats.org/drawingml/2006/main">
              <a:ext uri="{FF2B5EF4-FFF2-40B4-BE49-F238E27FC236}">
                <a16:creationId xmlns:a16="http://schemas.microsoft.com/office/drawing/2014/main" id="{5BCC518A-3C32-43CC-9FC2-E9699D5CF8DF}"/>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Run them on a server</a:t>
            </a:r>
          </a:p>
        </p:txBody>
      </p:sp>
      <p:sp>
        <p:nvSpPr>
          <p:cNvPr id="9" name="Check that others can use them">
            <a:extLst xmlns:a="http://schemas.openxmlformats.org/drawingml/2006/main">
              <a:ext uri="{FF2B5EF4-FFF2-40B4-BE49-F238E27FC236}">
                <a16:creationId xmlns:a16="http://schemas.microsoft.com/office/drawing/2014/main" id="{3C4EAE69-8BF6-49C9-AB34-63435D7B3002}"/>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Check that others can use them</a:t>
            </a:r>
          </a:p>
        </p:txBody>
      </p:sp>
      <p:sp>
        <p:nvSpPr>
          <p:cNvPr id="10" name="API: a way for programs to send requests and receive answers">
            <a:extLst xmlns:a="http://schemas.openxmlformats.org/drawingml/2006/main">
              <a:ext uri="{FF2B5EF4-FFF2-40B4-BE49-F238E27FC236}">
                <a16:creationId xmlns:a16="http://schemas.microsoft.com/office/drawing/2014/main" id="{6759596A-A570-49D9-A228-3C8ACD05CF97}"/>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API: a way for programs to send requests and receive answers</a:t>
            </a:r>
          </a:p>
        </p:txBody>
      </p:sp>
      <p:sp>
        <p:nvSpPr>
          <p:cNvPr id="11" name="08">
            <a:extLst xmlns:a="http://schemas.openxmlformats.org/drawingml/2006/main">
              <a:ext uri="{FF2B5EF4-FFF2-40B4-BE49-F238E27FC236}">
                <a16:creationId xmlns:a16="http://schemas.microsoft.com/office/drawing/2014/main" id="{55549209-7564-4216-A370-778C801C1138}"/>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08</a:t>
            </a:r>
          </a:p>
        </p:txBody>
      </p:sp>
    </p:spTree>
    <p:extLst>
      <p:ext uri="{BB962C8B-B14F-4D97-AF65-F5344CB8AC3E}">
        <p14:creationId xmlns:p14="http://schemas.microsoft.com/office/powerpoint/2010/main" val="64851087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Service health and model quality">
            <a:extLst xmlns:a="http://schemas.openxmlformats.org/drawingml/2006/main">
              <a:ext uri="{FF2B5EF4-FFF2-40B4-BE49-F238E27FC236}">
                <a16:creationId xmlns:a16="http://schemas.microsoft.com/office/drawing/2014/main" id="{AF57782B-9268-43C0-BEE5-45E552869D69}"/>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Service health and model quality</a:t>
            </a:r>
          </a:p>
        </p:txBody>
      </p:sp>
      <p:sp>
        <p:nvSpPr>
          <p:cNvPr id="2" name="Is the app working?">
            <a:extLst xmlns:a="http://schemas.openxmlformats.org/drawingml/2006/main">
              <a:ext uri="{FF2B5EF4-FFF2-40B4-BE49-F238E27FC236}">
                <a16:creationId xmlns:a16="http://schemas.microsoft.com/office/drawing/2014/main" id="{12D22A8A-ED2D-47F8-95B6-F480F03720EF}"/>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Is the app working?</a:t>
            </a:r>
          </a:p>
        </p:txBody>
      </p:sp>
      <p:sp>
        <p:nvSpPr>
          <p:cNvPr id="3" name="Are predictions useful?">
            <a:extLst xmlns:a="http://schemas.openxmlformats.org/drawingml/2006/main">
              <a:ext uri="{FF2B5EF4-FFF2-40B4-BE49-F238E27FC236}">
                <a16:creationId xmlns:a16="http://schemas.microsoft.com/office/drawing/2014/main" id="{BF80E38D-1204-4304-93E5-15B798BCA453}"/>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Are predictions useful?</a:t>
            </a:r>
          </a:p>
        </p:txBody>
      </p:sp>
      <p:sp>
        <p:nvSpPr>
          <p:cNvPr id="4" name="Can it answer a request?">
            <a:extLst xmlns:a="http://schemas.openxmlformats.org/drawingml/2006/main">
              <a:ext uri="{FF2B5EF4-FFF2-40B4-BE49-F238E27FC236}">
                <a16:creationId xmlns:a16="http://schemas.microsoft.com/office/drawing/2014/main" id="{7300428E-322C-44F6-A561-32A5F5B8ED2D}"/>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Can it answer a request?</a:t>
            </a:r>
          </a:p>
        </p:txBody>
      </p:sp>
      <p:sp>
        <p:nvSpPr>
          <p:cNvPr id="5" name="How long does an answer take?">
            <a:extLst xmlns:a="http://schemas.openxmlformats.org/drawingml/2006/main">
              <a:ext uri="{FF2B5EF4-FFF2-40B4-BE49-F238E27FC236}">
                <a16:creationId xmlns:a16="http://schemas.microsoft.com/office/drawing/2014/main" id="{49BFFB78-343E-449B-A2B1-53219C4CD608}"/>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How long does an answer take?</a:t>
            </a:r>
          </a:p>
        </p:txBody>
      </p:sp>
      <p:sp>
        <p:nvSpPr>
          <p:cNvPr id="6" name="Are requests failing?">
            <a:extLst xmlns:a="http://schemas.openxmlformats.org/drawingml/2006/main">
              <a:ext uri="{FF2B5EF4-FFF2-40B4-BE49-F238E27FC236}">
                <a16:creationId xmlns:a16="http://schemas.microsoft.com/office/drawing/2014/main" id="{888861DF-988F-430E-934F-D9477782508B}"/>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Are requests failing?</a:t>
            </a:r>
          </a:p>
        </p:txBody>
      </p:sp>
      <p:sp>
        <p:nvSpPr>
          <p:cNvPr id="7" name="Does the digit match the truth?">
            <a:extLst xmlns:a="http://schemas.openxmlformats.org/drawingml/2006/main">
              <a:ext uri="{FF2B5EF4-FFF2-40B4-BE49-F238E27FC236}">
                <a16:creationId xmlns:a16="http://schemas.microsoft.com/office/drawing/2014/main" id="{7FBE84E7-6985-4802-8FCF-F23316F3BA77}"/>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Does the digit match the truth?</a:t>
            </a:r>
          </a:p>
        </p:txBody>
      </p:sp>
      <p:sp>
        <p:nvSpPr>
          <p:cNvPr id="8" name="Does it work on new examples?">
            <a:extLst xmlns:a="http://schemas.openxmlformats.org/drawingml/2006/main">
              <a:ext uri="{FF2B5EF4-FFF2-40B4-BE49-F238E27FC236}">
                <a16:creationId xmlns:a16="http://schemas.microsoft.com/office/drawing/2014/main" id="{01EBBE73-1376-4B27-A922-D1A64F767F5F}"/>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Does it work on new examples?</a:t>
            </a:r>
          </a:p>
        </p:txBody>
      </p:sp>
      <p:sp>
        <p:nvSpPr>
          <p:cNvPr id="9" name="Which mistakes matter most?">
            <a:extLst xmlns:a="http://schemas.openxmlformats.org/drawingml/2006/main">
              <a:ext uri="{FF2B5EF4-FFF2-40B4-BE49-F238E27FC236}">
                <a16:creationId xmlns:a16="http://schemas.microsoft.com/office/drawing/2014/main" id="{B1983BDA-9A3F-4BAB-9263-7EAC80327CB3}"/>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Which mistakes matter most?</a:t>
            </a:r>
          </a:p>
        </p:txBody>
      </p:sp>
      <p:sp>
        <p:nvSpPr>
          <p:cNvPr id="10" name="09">
            <a:extLst xmlns:a="http://schemas.openxmlformats.org/drawingml/2006/main">
              <a:ext uri="{FF2B5EF4-FFF2-40B4-BE49-F238E27FC236}">
                <a16:creationId xmlns:a16="http://schemas.microsoft.com/office/drawing/2014/main" id="{546E163D-7A64-4EF5-BF1C-E374F7A533EC}"/>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09</a:t>
            </a:r>
          </a:p>
        </p:txBody>
      </p:sp>
    </p:spTree>
    <p:extLst>
      <p:ext uri="{BB962C8B-B14F-4D97-AF65-F5344CB8AC3E}">
        <p14:creationId xmlns:p14="http://schemas.microsoft.com/office/powerpoint/2010/main" val="64851087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Data drift and feedback">
            <a:extLst xmlns:a="http://schemas.openxmlformats.org/drawingml/2006/main">
              <a:ext uri="{FF2B5EF4-FFF2-40B4-BE49-F238E27FC236}">
                <a16:creationId xmlns:a16="http://schemas.microsoft.com/office/drawing/2014/main" id="{B3E60C9B-BF14-4CD2-9281-5AA4193687B0}"/>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Data drift and feedback</a:t>
            </a:r>
          </a:p>
        </p:txBody>
      </p:sp>
      <p:sp>
        <p:nvSpPr>
          <p:cNvPr id="2" name="Data drift = the kinds of inputs a model sees change">
            <a:extLst xmlns:a="http://schemas.openxmlformats.org/drawingml/2006/main">
              <a:ext uri="{FF2B5EF4-FFF2-40B4-BE49-F238E27FC236}">
                <a16:creationId xmlns:a16="http://schemas.microsoft.com/office/drawing/2014/main" id="{7B95D3BE-F5B1-41E3-9AA4-323555B8B196}"/>
              </a:ext>
            </a:extLst>
          </p:cNvPr>
          <p:cNvSpPr>
            <a:spLocks xmlns:a="http://schemas.openxmlformats.org/drawingml/2006/main" noGrp="1"/>
          </p:cNvSpPr>
          <p:nvPr/>
        </p:nvSpPr>
        <p:spPr>
          <a:xfrm xmlns:a="http://schemas.openxmlformats.org/drawingml/2006/main">
            <a:off x="457200" y="145732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Data drift = the kinds of inputs a model sees change</a:t>
            </a:r>
          </a:p>
        </p:txBody>
      </p:sp>
      <p:sp>
        <p:nvSpPr>
          <p:cNvPr id="3" name="A model trained on neat digit images may later receive blurr">
            <a:extLst xmlns:a="http://schemas.openxmlformats.org/drawingml/2006/main">
              <a:ext uri="{FF2B5EF4-FFF2-40B4-BE49-F238E27FC236}">
                <a16:creationId xmlns:a16="http://schemas.microsoft.com/office/drawing/2014/main" id="{582E74AB-D4D4-4F23-8056-6E6C52DA0274}"/>
              </a:ext>
            </a:extLst>
          </p:cNvPr>
          <p:cNvSpPr>
            <a:spLocks xmlns:a="http://schemas.openxmlformats.org/drawingml/2006/main" noGrp="1"/>
          </p:cNvSpPr>
          <p:nvPr/>
        </p:nvSpPr>
        <p:spPr>
          <a:xfrm xmlns:a="http://schemas.openxmlformats.org/drawingml/2006/main">
            <a:off x="457200" y="2076450"/>
            <a:ext cx="82296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0">
                <a:solidFill>
                  <a:srgbClr val="FFFFFF"/>
                </a:solidFill>
                <a:latin typeface="Space Grotesk"/>
                <a:ea typeface="Space Grotesk"/>
                <a:cs typeface="Space Grotesk"/>
              </a:defRPr>
            </a:defPPr>
          </a:lstStyle>
          <a:p xmlns:a="http://schemas.openxmlformats.org/drawingml/2006/main">
            <a:pPr algn="l">
              <a:defRPr sz="2400" b="0">
                <a:solidFill>
                  <a:srgbClr val="FFFFFF"/>
                </a:solidFill>
                <a:latin typeface="Space Grotesk"/>
                <a:ea typeface="Space Grotesk"/>
                <a:cs typeface="Space Grotesk"/>
              </a:defRPr>
            </a:pPr>
            <a:r>
              <a:rPr sz="2400" b="0">
                <a:solidFill>
                  <a:srgbClr val="FFFFFF"/>
                </a:solidFill>
                <a:latin typeface="Space Grotesk"/>
                <a:ea typeface="Space Grotesk"/>
                <a:cs typeface="Space Grotesk"/>
              </a:rPr>
              <a:t>A model trained on neat digit images may later receive blurry photos or different handwriting.</a:t>
            </a:r>
          </a:p>
        </p:txBody>
      </p:sp>
      <p:sp>
        <p:nvSpPr>
          <p:cNvPr id="4" name="Use real answers to check quality before replacing the model">
            <a:extLst xmlns:a="http://schemas.openxmlformats.org/drawingml/2006/main">
              <a:ext uri="{FF2B5EF4-FFF2-40B4-BE49-F238E27FC236}">
                <a16:creationId xmlns:a16="http://schemas.microsoft.com/office/drawing/2014/main" id="{40E8BEE8-4E95-46FB-B03E-7D5A2F1FDE6B}"/>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Use real answers to check quality before replacing the model</a:t>
            </a:r>
          </a:p>
        </p:txBody>
      </p:sp>
      <p:sp>
        <p:nvSpPr>
          <p:cNvPr id="5" name="10">
            <a:extLst xmlns:a="http://schemas.openxmlformats.org/drawingml/2006/main">
              <a:ext uri="{FF2B5EF4-FFF2-40B4-BE49-F238E27FC236}">
                <a16:creationId xmlns:a16="http://schemas.microsoft.com/office/drawing/2014/main" id="{648A86E7-06C7-4C43-9AD4-23F56E6409D7}"/>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10</a:t>
            </a:r>
          </a:p>
        </p:txBody>
      </p:sp>
    </p:spTree>
    <p:extLst>
      <p:ext uri="{BB962C8B-B14F-4D97-AF65-F5344CB8AC3E}">
        <p14:creationId xmlns:p14="http://schemas.microsoft.com/office/powerpoint/2010/main" val="64851087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2" name="Automation: CI, CD, and retraining">
            <a:extLst xmlns:a="http://schemas.openxmlformats.org/drawingml/2006/main">
              <a:ext uri="{FF2B5EF4-FFF2-40B4-BE49-F238E27FC236}">
                <a16:creationId xmlns:a16="http://schemas.microsoft.com/office/drawing/2014/main" id="{F6778725-4EA0-4542-8C48-40811B5897C7}"/>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Automation: CI, CD, and retraining</a:t>
            </a:r>
          </a:p>
        </p:txBody>
      </p:sp>
      <p:sp>
        <p:nvSpPr>
          <p:cNvPr id="2" name="CI">
            <a:extLst xmlns:a="http://schemas.openxmlformats.org/drawingml/2006/main">
              <a:ext uri="{FF2B5EF4-FFF2-40B4-BE49-F238E27FC236}">
                <a16:creationId xmlns:a16="http://schemas.microsoft.com/office/drawing/2014/main" id="{DA6185B1-2A90-4FE7-AAF4-2DDE5F94323E}"/>
              </a:ext>
            </a:extLst>
          </p:cNvPr>
          <p:cNvSpPr>
            <a:spLocks xmlns:a="http://schemas.openxmlformats.org/drawingml/2006/main" noGrp="1"/>
          </p:cNvSpPr>
          <p:nvPr/>
        </p:nvSpPr>
        <p:spPr>
          <a:xfrm xmlns:a="http://schemas.openxmlformats.org/drawingml/2006/main">
            <a:off x="457200" y="14859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CI</a:t>
            </a:r>
          </a:p>
        </p:txBody>
      </p:sp>
      <p:sp>
        <p:nvSpPr>
          <p:cNvPr id="3" name="Continuous integration: test code changes">
            <a:extLst xmlns:a="http://schemas.openxmlformats.org/drawingml/2006/main">
              <a:ext uri="{FF2B5EF4-FFF2-40B4-BE49-F238E27FC236}">
                <a16:creationId xmlns:a16="http://schemas.microsoft.com/office/drawing/2014/main" id="{8F674C3F-9341-41C0-B955-E6C2E6EC5BAB}"/>
              </a:ext>
            </a:extLst>
          </p:cNvPr>
          <p:cNvSpPr>
            <a:spLocks xmlns:a="http://schemas.openxmlformats.org/drawingml/2006/main" noGrp="1"/>
          </p:cNvSpPr>
          <p:nvPr/>
        </p:nvSpPr>
        <p:spPr>
          <a:xfrm xmlns:a="http://schemas.openxmlformats.org/drawingml/2006/main">
            <a:off x="3381375" y="14859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Continuous integration: test code changes</a:t>
            </a:r>
          </a:p>
        </p:txBody>
      </p:sp>
      <p:sp>
        <p:nvSpPr>
          <p:cNvPr id="4" name="CD">
            <a:extLst xmlns:a="http://schemas.openxmlformats.org/drawingml/2006/main">
              <a:ext uri="{FF2B5EF4-FFF2-40B4-BE49-F238E27FC236}">
                <a16:creationId xmlns:a16="http://schemas.microsoft.com/office/drawing/2014/main" id="{0E93A706-490D-49D6-A6EE-1A488B5897CC}"/>
              </a:ext>
            </a:extLst>
          </p:cNvPr>
          <p:cNvSpPr>
            <a:spLocks xmlns:a="http://schemas.openxmlformats.org/drawingml/2006/main" noGrp="1"/>
          </p:cNvSpPr>
          <p:nvPr/>
        </p:nvSpPr>
        <p:spPr>
          <a:xfrm xmlns:a="http://schemas.openxmlformats.org/drawingml/2006/main">
            <a:off x="457200" y="21145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CD</a:t>
            </a:r>
          </a:p>
        </p:txBody>
      </p:sp>
      <p:sp>
        <p:nvSpPr>
          <p:cNvPr id="5" name="Continuous delivery: prepare a release">
            <a:extLst xmlns:a="http://schemas.openxmlformats.org/drawingml/2006/main">
              <a:ext uri="{FF2B5EF4-FFF2-40B4-BE49-F238E27FC236}">
                <a16:creationId xmlns:a16="http://schemas.microsoft.com/office/drawing/2014/main" id="{1A9024FE-51A7-4FE8-A052-00B6863D2FAA}"/>
              </a:ext>
            </a:extLst>
          </p:cNvPr>
          <p:cNvSpPr>
            <a:spLocks xmlns:a="http://schemas.openxmlformats.org/drawingml/2006/main" noGrp="1"/>
          </p:cNvSpPr>
          <p:nvPr/>
        </p:nvSpPr>
        <p:spPr>
          <a:xfrm xmlns:a="http://schemas.openxmlformats.org/drawingml/2006/main">
            <a:off x="3381375" y="21145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Continuous delivery: prepare a release</a:t>
            </a:r>
          </a:p>
        </p:txBody>
      </p:sp>
      <p:sp>
        <p:nvSpPr>
          <p:cNvPr id="6" name="Retraining">
            <a:extLst xmlns:a="http://schemas.openxmlformats.org/drawingml/2006/main">
              <a:ext uri="{FF2B5EF4-FFF2-40B4-BE49-F238E27FC236}">
                <a16:creationId xmlns:a16="http://schemas.microsoft.com/office/drawing/2014/main" id="{6623B75B-A981-485B-B952-D69D96F8976C}"/>
              </a:ext>
            </a:extLst>
          </p:cNvPr>
          <p:cNvSpPr>
            <a:spLocks xmlns:a="http://schemas.openxmlformats.org/drawingml/2006/main" noGrp="1"/>
          </p:cNvSpPr>
          <p:nvPr/>
        </p:nvSpPr>
        <p:spPr>
          <a:xfrm xmlns:a="http://schemas.openxmlformats.org/drawingml/2006/main">
            <a:off x="457200" y="27432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Retraining</a:t>
            </a:r>
          </a:p>
        </p:txBody>
      </p:sp>
      <p:sp>
        <p:nvSpPr>
          <p:cNvPr id="7" name="Fit a candidate model using updated data">
            <a:extLst xmlns:a="http://schemas.openxmlformats.org/drawingml/2006/main">
              <a:ext uri="{FF2B5EF4-FFF2-40B4-BE49-F238E27FC236}">
                <a16:creationId xmlns:a16="http://schemas.microsoft.com/office/drawing/2014/main" id="{3C222969-1D75-46CA-AEE8-8BCDAC1276E8}"/>
              </a:ext>
            </a:extLst>
          </p:cNvPr>
          <p:cNvSpPr>
            <a:spLocks xmlns:a="http://schemas.openxmlformats.org/drawingml/2006/main" noGrp="1"/>
          </p:cNvSpPr>
          <p:nvPr/>
        </p:nvSpPr>
        <p:spPr>
          <a:xfrm xmlns:a="http://schemas.openxmlformats.org/drawingml/2006/main">
            <a:off x="3381375" y="27432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Fit a candidate model using updated data</a:t>
            </a:r>
          </a:p>
        </p:txBody>
      </p:sp>
      <p:sp>
        <p:nvSpPr>
          <p:cNvPr id="8" name="Rollback">
            <a:extLst xmlns:a="http://schemas.openxmlformats.org/drawingml/2006/main">
              <a:ext uri="{FF2B5EF4-FFF2-40B4-BE49-F238E27FC236}">
                <a16:creationId xmlns:a16="http://schemas.microsoft.com/office/drawing/2014/main" id="{DA1FC441-17A0-4F41-BDCD-D67B12C77363}"/>
              </a:ext>
            </a:extLst>
          </p:cNvPr>
          <p:cNvSpPr>
            <a:spLocks xmlns:a="http://schemas.openxmlformats.org/drawingml/2006/main" noGrp="1"/>
          </p:cNvSpPr>
          <p:nvPr/>
        </p:nvSpPr>
        <p:spPr>
          <a:xfrm xmlns:a="http://schemas.openxmlformats.org/drawingml/2006/main">
            <a:off x="457200" y="33718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Rollback</a:t>
            </a:r>
          </a:p>
        </p:txBody>
      </p:sp>
      <p:sp>
        <p:nvSpPr>
          <p:cNvPr id="9" name="Restore a previously working release">
            <a:extLst xmlns:a="http://schemas.openxmlformats.org/drawingml/2006/main">
              <a:ext uri="{FF2B5EF4-FFF2-40B4-BE49-F238E27FC236}">
                <a16:creationId xmlns:a16="http://schemas.microsoft.com/office/drawing/2014/main" id="{F8CD2575-B66F-4A7D-8B75-794E167A1054}"/>
              </a:ext>
            </a:extLst>
          </p:cNvPr>
          <p:cNvSpPr>
            <a:spLocks xmlns:a="http://schemas.openxmlformats.org/drawingml/2006/main" noGrp="1"/>
          </p:cNvSpPr>
          <p:nvPr/>
        </p:nvSpPr>
        <p:spPr>
          <a:xfrm xmlns:a="http://schemas.openxmlformats.org/drawingml/2006/main">
            <a:off x="3381375" y="33718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Restore a previously working release</a:t>
            </a:r>
          </a:p>
        </p:txBody>
      </p:sp>
      <p:sp>
        <p:nvSpPr>
          <p:cNvPr id="10" name="Checks support release decisions. New models still need eval">
            <a:extLst xmlns:a="http://schemas.openxmlformats.org/drawingml/2006/main">
              <a:ext uri="{FF2B5EF4-FFF2-40B4-BE49-F238E27FC236}">
                <a16:creationId xmlns:a16="http://schemas.microsoft.com/office/drawing/2014/main" id="{3F4F8003-32AA-4282-9C2F-80ABD1FE1E0C}"/>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Checks support release decisions. New models still need evaluation.</a:t>
            </a:r>
          </a:p>
        </p:txBody>
      </p:sp>
      <p:sp>
        <p:nvSpPr>
          <p:cNvPr id="11" name="11">
            <a:extLst xmlns:a="http://schemas.openxmlformats.org/drawingml/2006/main">
              <a:ext uri="{FF2B5EF4-FFF2-40B4-BE49-F238E27FC236}">
                <a16:creationId xmlns:a16="http://schemas.microsoft.com/office/drawing/2014/main" id="{E0C6DDAC-53C2-46B0-AF09-DD01A5740FEA}"/>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11</a:t>
            </a:r>
          </a:p>
        </p:txBody>
      </p:sp>
    </p:spTree>
    <p:extLst>
      <p:ext uri="{BB962C8B-B14F-4D97-AF65-F5344CB8AC3E}">
        <p14:creationId xmlns:p14="http://schemas.microsoft.com/office/powerpoint/2010/main" val="64851087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Quick check before the demo">
            <a:extLst xmlns:a="http://schemas.openxmlformats.org/drawingml/2006/main">
              <a:ext uri="{FF2B5EF4-FFF2-40B4-BE49-F238E27FC236}">
                <a16:creationId xmlns:a16="http://schemas.microsoft.com/office/drawing/2014/main" id="{F61A3775-0DB9-419D-A0A6-52456DA28BF0}"/>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Quick check before the demo</a:t>
            </a:r>
          </a:p>
        </p:txBody>
      </p:sp>
      <p:sp>
        <p:nvSpPr>
          <p:cNvPr id="2" name="The app returns a wrong digit in 50 milliseconds">
            <a:extLst xmlns:a="http://schemas.openxmlformats.org/drawingml/2006/main">
              <a:ext uri="{FF2B5EF4-FFF2-40B4-BE49-F238E27FC236}">
                <a16:creationId xmlns:a16="http://schemas.microsoft.com/office/drawing/2014/main" id="{F62F30BE-F814-45EC-8A1D-167DBB2353DB}"/>
              </a:ext>
            </a:extLst>
          </p:cNvPr>
          <p:cNvSpPr>
            <a:spLocks xmlns:a="http://schemas.openxmlformats.org/drawingml/2006/main" noGrp="1"/>
          </p:cNvSpPr>
          <p:nvPr/>
        </p:nvSpPr>
        <p:spPr>
          <a:xfrm xmlns:a="http://schemas.openxmlformats.org/drawingml/2006/main">
            <a:off x="457200" y="145732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The app returns a wrong digit in 50 milliseconds</a:t>
            </a:r>
          </a:p>
        </p:txBody>
      </p:sp>
      <p:sp>
        <p:nvSpPr>
          <p:cNvPr id="3" name="What would you investigate: the service, the model, the inpu">
            <a:extLst xmlns:a="http://schemas.openxmlformats.org/drawingml/2006/main">
              <a:ext uri="{FF2B5EF4-FFF2-40B4-BE49-F238E27FC236}">
                <a16:creationId xmlns:a16="http://schemas.microsoft.com/office/drawing/2014/main" id="{30F33E43-AC51-4DA2-AF75-938B7A3D8C54}"/>
              </a:ext>
            </a:extLst>
          </p:cNvPr>
          <p:cNvSpPr>
            <a:spLocks xmlns:a="http://schemas.openxmlformats.org/drawingml/2006/main" noGrp="1"/>
          </p:cNvSpPr>
          <p:nvPr/>
        </p:nvSpPr>
        <p:spPr>
          <a:xfrm xmlns:a="http://schemas.openxmlformats.org/drawingml/2006/main">
            <a:off x="457200" y="2076450"/>
            <a:ext cx="82296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0">
                <a:solidFill>
                  <a:srgbClr val="FFFFFF"/>
                </a:solidFill>
                <a:latin typeface="Space Grotesk"/>
                <a:ea typeface="Space Grotesk"/>
                <a:cs typeface="Space Grotesk"/>
              </a:defRPr>
            </a:defPPr>
          </a:lstStyle>
          <a:p xmlns:a="http://schemas.openxmlformats.org/drawingml/2006/main">
            <a:pPr algn="l">
              <a:defRPr sz="2400" b="0">
                <a:solidFill>
                  <a:srgbClr val="FFFFFF"/>
                </a:solidFill>
                <a:latin typeface="Space Grotesk"/>
                <a:ea typeface="Space Grotesk"/>
                <a:cs typeface="Space Grotesk"/>
              </a:defRPr>
            </a:pPr>
            <a:r>
              <a:rPr sz="2400" b="0">
                <a:solidFill>
                  <a:srgbClr val="FFFFFF"/>
                </a:solidFill>
                <a:latin typeface="Space Grotesk"/>
                <a:ea typeface="Space Grotesk"/>
                <a:cs typeface="Space Grotesk"/>
              </a:rPr>
              <a:t>What would you investigate: the service, the model, the input data, or more than one?</a:t>
            </a:r>
          </a:p>
        </p:txBody>
      </p:sp>
      <p:sp>
        <p:nvSpPr>
          <p:cNvPr id="4" name="Discuss with a neighbor for 30 seconds">
            <a:extLst xmlns:a="http://schemas.openxmlformats.org/drawingml/2006/main">
              <a:ext uri="{FF2B5EF4-FFF2-40B4-BE49-F238E27FC236}">
                <a16:creationId xmlns:a16="http://schemas.microsoft.com/office/drawing/2014/main" id="{0BBBB2B8-2427-47EC-9CF3-0DD689F8F150}"/>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Discuss with a neighbor for 30 seconds</a:t>
            </a:r>
          </a:p>
        </p:txBody>
      </p:sp>
      <p:sp>
        <p:nvSpPr>
          <p:cNvPr id="5" name="12">
            <a:extLst xmlns:a="http://schemas.openxmlformats.org/drawingml/2006/main">
              <a:ext uri="{FF2B5EF4-FFF2-40B4-BE49-F238E27FC236}">
                <a16:creationId xmlns:a16="http://schemas.microsoft.com/office/drawing/2014/main" id="{1ACDB4CE-8B5C-459E-8715-31483A5DBEDE}"/>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12</a:t>
            </a:r>
          </a:p>
        </p:txBody>
      </p:sp>
    </p:spTree>
    <p:extLst>
      <p:ext uri="{BB962C8B-B14F-4D97-AF65-F5344CB8AC3E}">
        <p14:creationId xmlns:p14="http://schemas.microsoft.com/office/powerpoint/2010/main" val="64851087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 name="Our path tonight">
            <a:extLst xmlns:a="http://schemas.openxmlformats.org/drawingml/2006/main">
              <a:ext uri="{FF2B5EF4-FFF2-40B4-BE49-F238E27FC236}">
                <a16:creationId xmlns:a16="http://schemas.microsoft.com/office/drawing/2014/main" id="{DED7C29B-544C-49D8-A1CD-03A1FFB8544E}"/>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Our path tonight</a:t>
            </a:r>
          </a:p>
        </p:txBody>
      </p:sp>
      <p:sp>
        <p:nvSpPr>
          <p:cNvPr id="2" name="01">
            <a:extLst xmlns:a="http://schemas.openxmlformats.org/drawingml/2006/main">
              <a:ext uri="{FF2B5EF4-FFF2-40B4-BE49-F238E27FC236}">
                <a16:creationId xmlns:a16="http://schemas.microsoft.com/office/drawing/2014/main" id="{A2F66867-1418-4270-AFBF-F77B839A9BEA}"/>
              </a:ext>
            </a:extLst>
          </p:cNvPr>
          <p:cNvSpPr>
            <a:spLocks xmlns:a="http://schemas.openxmlformats.org/drawingml/2006/main" noGrp="1"/>
          </p:cNvSpPr>
          <p:nvPr/>
        </p:nvSpPr>
        <p:spPr>
          <a:xfrm xmlns:a="http://schemas.openxmlformats.org/drawingml/2006/main">
            <a:off x="457200"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CA2352"/>
                </a:solidFill>
                <a:latin typeface="Space Grotesk"/>
                <a:ea typeface="Space Grotesk"/>
                <a:cs typeface="Space Grotesk"/>
              </a:defRPr>
            </a:defPPr>
          </a:lstStyle>
          <a:p xmlns:a="http://schemas.openxmlformats.org/drawingml/2006/main">
            <a:pPr algn="l">
              <a:defRPr sz="1650" b="0">
                <a:solidFill>
                  <a:srgbClr val="CA2352"/>
                </a:solidFill>
                <a:latin typeface="Space Grotesk"/>
                <a:ea typeface="Space Grotesk"/>
                <a:cs typeface="Space Grotesk"/>
              </a:defRPr>
            </a:pPr>
            <a:r>
              <a:rPr sz="1650" b="0">
                <a:solidFill>
                  <a:srgbClr val="CA2352"/>
                </a:solidFill>
                <a:latin typeface="Space Grotesk"/>
                <a:ea typeface="Space Grotesk"/>
                <a:cs typeface="Space Grotesk"/>
              </a:rPr>
              <a:t>01</a:t>
            </a:r>
          </a:p>
        </p:txBody>
      </p:sp>
      <p:sp>
        <p:nvSpPr>
          <p:cNvPr id="3" name="Train">
            <a:extLst xmlns:a="http://schemas.openxmlformats.org/drawingml/2006/main">
              <a:ext uri="{FF2B5EF4-FFF2-40B4-BE49-F238E27FC236}">
                <a16:creationId xmlns:a16="http://schemas.microsoft.com/office/drawing/2014/main" id="{9FB605F3-2546-45EC-953F-239378E58FE7}"/>
              </a:ext>
            </a:extLst>
          </p:cNvPr>
          <p:cNvSpPr>
            <a:spLocks xmlns:a="http://schemas.openxmlformats.org/drawingml/2006/main" noGrp="1"/>
          </p:cNvSpPr>
          <p:nvPr/>
        </p:nvSpPr>
        <p:spPr>
          <a:xfrm xmlns:a="http://schemas.openxmlformats.org/drawingml/2006/main">
            <a:off x="457200"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Train</a:t>
            </a:r>
          </a:p>
        </p:txBody>
      </p:sp>
      <p:sp>
        <p:nvSpPr>
          <p:cNvPr id="4" name="Fit and evaluate">
            <a:extLst xmlns:a="http://schemas.openxmlformats.org/drawingml/2006/main">
              <a:ext uri="{FF2B5EF4-FFF2-40B4-BE49-F238E27FC236}">
                <a16:creationId xmlns:a16="http://schemas.microsoft.com/office/drawing/2014/main" id="{4983A1B2-E088-496D-A29D-1555902AC300}"/>
              </a:ext>
            </a:extLst>
          </p:cNvPr>
          <p:cNvSpPr>
            <a:spLocks xmlns:a="http://schemas.openxmlformats.org/drawingml/2006/main" noGrp="1"/>
          </p:cNvSpPr>
          <p:nvPr/>
        </p:nvSpPr>
        <p:spPr>
          <a:xfrm xmlns:a="http://schemas.openxmlformats.org/drawingml/2006/main">
            <a:off x="457200"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Fit and evaluate</a:t>
            </a:r>
          </a:p>
        </p:txBody>
      </p:sp>
      <p:sp>
        <p:nvSpPr>
          <p:cNvPr id="5" name="02">
            <a:extLst xmlns:a="http://schemas.openxmlformats.org/drawingml/2006/main">
              <a:ext uri="{FF2B5EF4-FFF2-40B4-BE49-F238E27FC236}">
                <a16:creationId xmlns:a16="http://schemas.microsoft.com/office/drawing/2014/main" id="{8A950CDF-AC2E-4821-90AB-99179B771555}"/>
              </a:ext>
            </a:extLst>
          </p:cNvPr>
          <p:cNvSpPr>
            <a:spLocks xmlns:a="http://schemas.openxmlformats.org/drawingml/2006/main" noGrp="1"/>
          </p:cNvSpPr>
          <p:nvPr/>
        </p:nvSpPr>
        <p:spPr>
          <a:xfrm xmlns:a="http://schemas.openxmlformats.org/drawingml/2006/main">
            <a:off x="2600325"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3A64E4"/>
                </a:solidFill>
                <a:latin typeface="Space Grotesk"/>
                <a:ea typeface="Space Grotesk"/>
                <a:cs typeface="Space Grotesk"/>
              </a:defRPr>
            </a:defPPr>
          </a:lstStyle>
          <a:p xmlns:a="http://schemas.openxmlformats.org/drawingml/2006/main">
            <a:pPr algn="l">
              <a:defRPr sz="1650" b="0">
                <a:solidFill>
                  <a:srgbClr val="3A64E4"/>
                </a:solidFill>
                <a:latin typeface="Space Grotesk"/>
                <a:ea typeface="Space Grotesk"/>
                <a:cs typeface="Space Grotesk"/>
              </a:defRPr>
            </a:pPr>
            <a:r>
              <a:rPr sz="1650" b="0">
                <a:solidFill>
                  <a:srgbClr val="3A64E4"/>
                </a:solidFill>
                <a:latin typeface="Space Grotesk"/>
                <a:ea typeface="Space Grotesk"/>
                <a:cs typeface="Space Grotesk"/>
              </a:rPr>
              <a:t>02</a:t>
            </a:r>
          </a:p>
        </p:txBody>
      </p:sp>
      <p:sp>
        <p:nvSpPr>
          <p:cNvPr id="6" name="Package">
            <a:extLst xmlns:a="http://schemas.openxmlformats.org/drawingml/2006/main">
              <a:ext uri="{FF2B5EF4-FFF2-40B4-BE49-F238E27FC236}">
                <a16:creationId xmlns:a16="http://schemas.microsoft.com/office/drawing/2014/main" id="{750B2EC4-8368-40B0-AC2E-FCA0C9DC88DB}"/>
              </a:ext>
            </a:extLst>
          </p:cNvPr>
          <p:cNvSpPr>
            <a:spLocks xmlns:a="http://schemas.openxmlformats.org/drawingml/2006/main" noGrp="1"/>
          </p:cNvSpPr>
          <p:nvPr/>
        </p:nvSpPr>
        <p:spPr>
          <a:xfrm xmlns:a="http://schemas.openxmlformats.org/drawingml/2006/main">
            <a:off x="2600325"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Package</a:t>
            </a:r>
          </a:p>
        </p:txBody>
      </p:sp>
      <p:sp>
        <p:nvSpPr>
          <p:cNvPr id="7" name="Save the pipeline">
            <a:extLst xmlns:a="http://schemas.openxmlformats.org/drawingml/2006/main">
              <a:ext uri="{FF2B5EF4-FFF2-40B4-BE49-F238E27FC236}">
                <a16:creationId xmlns:a16="http://schemas.microsoft.com/office/drawing/2014/main" id="{6EA70122-6E91-4C10-B34F-B91C14D89806}"/>
              </a:ext>
            </a:extLst>
          </p:cNvPr>
          <p:cNvSpPr>
            <a:spLocks xmlns:a="http://schemas.openxmlformats.org/drawingml/2006/main" noGrp="1"/>
          </p:cNvSpPr>
          <p:nvPr/>
        </p:nvSpPr>
        <p:spPr>
          <a:xfrm xmlns:a="http://schemas.openxmlformats.org/drawingml/2006/main">
            <a:off x="2600325"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Save the pipeline</a:t>
            </a:r>
          </a:p>
        </p:txBody>
      </p:sp>
      <p:sp>
        <p:nvSpPr>
          <p:cNvPr id="8" name="03">
            <a:extLst xmlns:a="http://schemas.openxmlformats.org/drawingml/2006/main">
              <a:ext uri="{FF2B5EF4-FFF2-40B4-BE49-F238E27FC236}">
                <a16:creationId xmlns:a16="http://schemas.microsoft.com/office/drawing/2014/main" id="{E39423B3-335C-48CA-8AE4-727408BBA746}"/>
              </a:ext>
            </a:extLst>
          </p:cNvPr>
          <p:cNvSpPr>
            <a:spLocks xmlns:a="http://schemas.openxmlformats.org/drawingml/2006/main" noGrp="1"/>
          </p:cNvSpPr>
          <p:nvPr/>
        </p:nvSpPr>
        <p:spPr>
          <a:xfrm xmlns:a="http://schemas.openxmlformats.org/drawingml/2006/main">
            <a:off x="4743450"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CA2352"/>
                </a:solidFill>
                <a:latin typeface="Space Grotesk"/>
                <a:ea typeface="Space Grotesk"/>
                <a:cs typeface="Space Grotesk"/>
              </a:defRPr>
            </a:defPPr>
          </a:lstStyle>
          <a:p xmlns:a="http://schemas.openxmlformats.org/drawingml/2006/main">
            <a:pPr algn="l">
              <a:defRPr sz="1650" b="0">
                <a:solidFill>
                  <a:srgbClr val="CA2352"/>
                </a:solidFill>
                <a:latin typeface="Space Grotesk"/>
                <a:ea typeface="Space Grotesk"/>
                <a:cs typeface="Space Grotesk"/>
              </a:defRPr>
            </a:pPr>
            <a:r>
              <a:rPr sz="1650" b="0">
                <a:solidFill>
                  <a:srgbClr val="CA2352"/>
                </a:solidFill>
                <a:latin typeface="Space Grotesk"/>
                <a:ea typeface="Space Grotesk"/>
                <a:cs typeface="Space Grotesk"/>
              </a:rPr>
              <a:t>03</a:t>
            </a:r>
          </a:p>
        </p:txBody>
      </p:sp>
      <p:sp>
        <p:nvSpPr>
          <p:cNvPr id="9" name="Deploy">
            <a:extLst xmlns:a="http://schemas.openxmlformats.org/drawingml/2006/main">
              <a:ext uri="{FF2B5EF4-FFF2-40B4-BE49-F238E27FC236}">
                <a16:creationId xmlns:a16="http://schemas.microsoft.com/office/drawing/2014/main" id="{D90F51B2-5783-45FF-831C-AC806450DEBE}"/>
              </a:ext>
            </a:extLst>
          </p:cNvPr>
          <p:cNvSpPr>
            <a:spLocks xmlns:a="http://schemas.openxmlformats.org/drawingml/2006/main" noGrp="1"/>
          </p:cNvSpPr>
          <p:nvPr/>
        </p:nvSpPr>
        <p:spPr>
          <a:xfrm xmlns:a="http://schemas.openxmlformats.org/drawingml/2006/main">
            <a:off x="4743450"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Deploy</a:t>
            </a:r>
          </a:p>
        </p:txBody>
      </p:sp>
      <p:sp>
        <p:nvSpPr>
          <p:cNvPr id="10" name="Serve a public app">
            <a:extLst xmlns:a="http://schemas.openxmlformats.org/drawingml/2006/main">
              <a:ext uri="{FF2B5EF4-FFF2-40B4-BE49-F238E27FC236}">
                <a16:creationId xmlns:a16="http://schemas.microsoft.com/office/drawing/2014/main" id="{F72DEC1D-29EF-47FE-B72A-857F6BA9392B}"/>
              </a:ext>
            </a:extLst>
          </p:cNvPr>
          <p:cNvSpPr>
            <a:spLocks xmlns:a="http://schemas.openxmlformats.org/drawingml/2006/main" noGrp="1"/>
          </p:cNvSpPr>
          <p:nvPr/>
        </p:nvSpPr>
        <p:spPr>
          <a:xfrm xmlns:a="http://schemas.openxmlformats.org/drawingml/2006/main">
            <a:off x="4743450"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Serve a public app</a:t>
            </a:r>
          </a:p>
        </p:txBody>
      </p:sp>
      <p:sp>
        <p:nvSpPr>
          <p:cNvPr id="11" name="04">
            <a:extLst xmlns:a="http://schemas.openxmlformats.org/drawingml/2006/main">
              <a:ext uri="{FF2B5EF4-FFF2-40B4-BE49-F238E27FC236}">
                <a16:creationId xmlns:a16="http://schemas.microsoft.com/office/drawing/2014/main" id="{AD82B0E8-33AB-4E2F-A6E3-AAD9A4F5D378}"/>
              </a:ext>
            </a:extLst>
          </p:cNvPr>
          <p:cNvSpPr>
            <a:spLocks xmlns:a="http://schemas.openxmlformats.org/drawingml/2006/main" noGrp="1"/>
          </p:cNvSpPr>
          <p:nvPr/>
        </p:nvSpPr>
        <p:spPr>
          <a:xfrm xmlns:a="http://schemas.openxmlformats.org/drawingml/2006/main">
            <a:off x="6886575"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3A64E4"/>
                </a:solidFill>
                <a:latin typeface="Space Grotesk"/>
                <a:ea typeface="Space Grotesk"/>
                <a:cs typeface="Space Grotesk"/>
              </a:defRPr>
            </a:defPPr>
          </a:lstStyle>
          <a:p xmlns:a="http://schemas.openxmlformats.org/drawingml/2006/main">
            <a:pPr algn="l">
              <a:defRPr sz="1650" b="0">
                <a:solidFill>
                  <a:srgbClr val="3A64E4"/>
                </a:solidFill>
                <a:latin typeface="Space Grotesk"/>
                <a:ea typeface="Space Grotesk"/>
                <a:cs typeface="Space Grotesk"/>
              </a:defRPr>
            </a:pPr>
            <a:r>
              <a:rPr sz="1650" b="0">
                <a:solidFill>
                  <a:srgbClr val="3A64E4"/>
                </a:solidFill>
                <a:latin typeface="Space Grotesk"/>
                <a:ea typeface="Space Grotesk"/>
                <a:cs typeface="Space Grotesk"/>
              </a:rPr>
              <a:t>04</a:t>
            </a:r>
          </a:p>
        </p:txBody>
      </p:sp>
      <p:sp>
        <p:nvSpPr>
          <p:cNvPr id="12" name="Monitor">
            <a:extLst xmlns:a="http://schemas.openxmlformats.org/drawingml/2006/main">
              <a:ext uri="{FF2B5EF4-FFF2-40B4-BE49-F238E27FC236}">
                <a16:creationId xmlns:a16="http://schemas.microsoft.com/office/drawing/2014/main" id="{13135CC3-39A8-4D09-B449-1ACB70254EE4}"/>
              </a:ext>
            </a:extLst>
          </p:cNvPr>
          <p:cNvSpPr>
            <a:spLocks xmlns:a="http://schemas.openxmlformats.org/drawingml/2006/main" noGrp="1"/>
          </p:cNvSpPr>
          <p:nvPr/>
        </p:nvSpPr>
        <p:spPr>
          <a:xfrm xmlns:a="http://schemas.openxmlformats.org/drawingml/2006/main">
            <a:off x="6886575"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Monitor</a:t>
            </a:r>
          </a:p>
        </p:txBody>
      </p:sp>
      <p:sp>
        <p:nvSpPr>
          <p:cNvPr id="13" name="Watch real requests">
            <a:extLst xmlns:a="http://schemas.openxmlformats.org/drawingml/2006/main">
              <a:ext uri="{FF2B5EF4-FFF2-40B4-BE49-F238E27FC236}">
                <a16:creationId xmlns:a16="http://schemas.microsoft.com/office/drawing/2014/main" id="{C477D285-8DEC-49BC-8AEC-BB3F9F9CA63C}"/>
              </a:ext>
            </a:extLst>
          </p:cNvPr>
          <p:cNvSpPr>
            <a:spLocks xmlns:a="http://schemas.openxmlformats.org/drawingml/2006/main" noGrp="1"/>
          </p:cNvSpPr>
          <p:nvPr/>
        </p:nvSpPr>
        <p:spPr>
          <a:xfrm xmlns:a="http://schemas.openxmlformats.org/drawingml/2006/main">
            <a:off x="6886575"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Watch real requests</a:t>
            </a:r>
          </a:p>
        </p:txBody>
      </p:sp>
      <p:sp>
        <p:nvSpPr>
          <p:cNvPr id="14" name="One model. One API. A working application.">
            <a:extLst xmlns:a="http://schemas.openxmlformats.org/drawingml/2006/main">
              <a:ext uri="{FF2B5EF4-FFF2-40B4-BE49-F238E27FC236}">
                <a16:creationId xmlns:a16="http://schemas.microsoft.com/office/drawing/2014/main" id="{C42163CB-296A-4D5E-B8D6-48C95E7D5402}"/>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One model. One API. A working application.</a:t>
            </a:r>
          </a:p>
        </p:txBody>
      </p:sp>
      <p:sp>
        <p:nvSpPr>
          <p:cNvPr id="15" name="13">
            <a:extLst xmlns:a="http://schemas.openxmlformats.org/drawingml/2006/main">
              <a:ext uri="{FF2B5EF4-FFF2-40B4-BE49-F238E27FC236}">
                <a16:creationId xmlns:a16="http://schemas.microsoft.com/office/drawing/2014/main" id="{BDA32517-8830-4543-A2AC-405466390E8F}"/>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13</a:t>
            </a:r>
          </a:p>
        </p:txBody>
      </p:sp>
    </p:spTree>
    <p:extLst>
      <p:ext uri="{BB962C8B-B14F-4D97-AF65-F5344CB8AC3E}">
        <p14:creationId xmlns:p14="http://schemas.microsoft.com/office/powerpoint/2010/main" val="64851087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Meet the SoDA Digit Lab">
            <a:extLst xmlns:a="http://schemas.openxmlformats.org/drawingml/2006/main">
              <a:ext uri="{FF2B5EF4-FFF2-40B4-BE49-F238E27FC236}">
                <a16:creationId xmlns:a16="http://schemas.microsoft.com/office/drawing/2014/main" id="{B4DF2639-A911-4C24-844E-C061C3C24E19}"/>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Meet the SoDA Digit Lab</a:t>
            </a:r>
          </a:p>
        </p:txBody>
      </p:sp>
      <p:pic>
        <p:nvPicPr>
          <p:cNvPr id="2" name="">
            <a:extLst xmlns:a="http://schemas.openxmlformats.org/drawingml/2006/main">
              <a:ext uri="{FF2B5EF4-FFF2-40B4-BE49-F238E27FC236}">
                <a16:creationId xmlns:a16="http://schemas.microsoft.com/office/drawing/2014/main" id="{E1E929E8-2198-49FC-97EB-8D91DCFE752B}"/>
              </a:ext>
            </a:extLst>
          </p:cNvPr>
          <p:cNvPicPr>
            <a:picLocks xmlns:a="http://schemas.openxmlformats.org/drawingml/2006/main" noChangeAspect="1"/>
          </p:cNvPicPr>
          <p:nvPr/>
        </p:nvPicPr>
        <p:blipFill>
          <a:blip xmlns:r="http://schemas.openxmlformats.org/officeDocument/2006/relationships" xmlns:a="http://schemas.openxmlformats.org/drawingml/2006/main" r:embed="R7670ab58df084ffb"/>
          <a:stretch xmlns:a="http://schemas.openxmlformats.org/drawingml/2006/main"/>
        </p:blipFill>
        <p:spPr>
          <a:xfrm xmlns:a="http://schemas.openxmlformats.org/drawingml/2006/main">
            <a:off x="2518976" y="1295400"/>
            <a:ext cx="4106047" cy="2762250"/>
          </a:xfrm>
          <a:prstGeom xmlns:a="http://schemas.openxmlformats.org/drawingml/2006/main" prst="rect">
            <a:avLst/>
          </a:prstGeom>
        </p:spPr>
      </p:pic>
      <p:sp>
        <p:nvSpPr>
          <p:cNvPr id="3" name="Choose a sample, predict a digit, then try your own handwrit">
            <a:extLst xmlns:a="http://schemas.openxmlformats.org/drawingml/2006/main">
              <a:ext uri="{FF2B5EF4-FFF2-40B4-BE49-F238E27FC236}">
                <a16:creationId xmlns:a16="http://schemas.microsoft.com/office/drawing/2014/main" id="{D2EA921D-4002-425D-AA8B-D9576DDDC1E4}"/>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Choose a sample, predict a digit, then try your own handwriting</a:t>
            </a:r>
          </a:p>
        </p:txBody>
      </p:sp>
      <p:sp>
        <p:nvSpPr>
          <p:cNvPr id="4" name="14">
            <a:extLst xmlns:a="http://schemas.openxmlformats.org/drawingml/2006/main">
              <a:ext uri="{FF2B5EF4-FFF2-40B4-BE49-F238E27FC236}">
                <a16:creationId xmlns:a16="http://schemas.microsoft.com/office/drawing/2014/main" id="{CA55980C-D2A6-4538-9A95-7B4B4CC3C69F}"/>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14</a:t>
            </a:r>
          </a:p>
        </p:txBody>
      </p:sp>
    </p:spTree>
    <p:extLst>
      <p:ext uri="{BB962C8B-B14F-4D97-AF65-F5344CB8AC3E}">
        <p14:creationId xmlns:p14="http://schemas.microsoft.com/office/powerpoint/2010/main" val="64851087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Your Codespace">
            <a:extLst xmlns:a="http://schemas.openxmlformats.org/drawingml/2006/main">
              <a:ext uri="{FF2B5EF4-FFF2-40B4-BE49-F238E27FC236}">
                <a16:creationId xmlns:a16="http://schemas.microsoft.com/office/drawing/2014/main" id="{440AC12D-2CFC-4356-A062-8087FB06EB2B}"/>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Your Codespace</a:t>
            </a:r>
          </a:p>
        </p:txBody>
      </p:sp>
      <p:sp>
        <p:nvSpPr>
          <p:cNvPr id="2" name="Code → Codespaces → Create codespace&#10;&#10;# After setup finishes">
            <a:extLst xmlns:a="http://schemas.openxmlformats.org/drawingml/2006/main">
              <a:ext uri="{FF2B5EF4-FFF2-40B4-BE49-F238E27FC236}">
                <a16:creationId xmlns:a16="http://schemas.microsoft.com/office/drawing/2014/main" id="{2B2E3D71-62F0-40C7-A377-4ABFB392D0AB}"/>
              </a:ext>
            </a:extLst>
          </p:cNvPr>
          <p:cNvSpPr>
            <a:spLocks xmlns:a="http://schemas.openxmlformats.org/drawingml/2006/main" noGrp="1"/>
          </p:cNvSpPr>
          <p:nvPr/>
        </p:nvSpPr>
        <p:spPr>
          <a:xfrm xmlns:a="http://schemas.openxmlformats.org/drawingml/2006/main">
            <a:off x="523875" y="1495425"/>
            <a:ext cx="8096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3A64E4"/>
                </a:solidFill>
                <a:latin typeface="Space Grotesk"/>
                <a:ea typeface="Space Grotesk"/>
                <a:cs typeface="Space Grotesk"/>
              </a:defRPr>
            </a:defPPr>
          </a:lstStyle>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Code → Codespaces → Create codespace</a:t>
            </a:r>
          </a:p>
          <a:p xmlns:a="http://schemas.openxmlformats.org/drawingml/2006/main">
            <a:r>
              <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 After setup finishes</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bash scripts/start.sh</a:t>
            </a:r>
          </a:p>
          <a:p xmlns:a="http://schemas.openxmlformats.org/drawingml/2006/main">
            <a:r>
              <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 Open port 8000 in the Ports tab</a:t>
            </a:r>
          </a:p>
        </p:txBody>
      </p:sp>
      <p:sp>
        <p:nvSpPr>
          <p:cNvPr id="3" name="Python 3.12, dependencies, and the model are prepared automa">
            <a:extLst xmlns:a="http://schemas.openxmlformats.org/drawingml/2006/main">
              <a:ext uri="{FF2B5EF4-FFF2-40B4-BE49-F238E27FC236}">
                <a16:creationId xmlns:a16="http://schemas.microsoft.com/office/drawing/2014/main" id="{BB0B5BCD-E321-44EB-88D6-C94D57EF5FDE}"/>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Python 3.12, dependencies, and the model are prepared automatically</a:t>
            </a:r>
          </a:p>
        </p:txBody>
      </p:sp>
      <p:sp>
        <p:nvSpPr>
          <p:cNvPr id="4" name="15">
            <a:extLst xmlns:a="http://schemas.openxmlformats.org/drawingml/2006/main">
              <a:ext uri="{FF2B5EF4-FFF2-40B4-BE49-F238E27FC236}">
                <a16:creationId xmlns:a16="http://schemas.microsoft.com/office/drawing/2014/main" id="{0DEF78C2-46B3-45DB-BA3E-8BA5C247089C}"/>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15</a:t>
            </a:r>
          </a:p>
        </p:txBody>
      </p:sp>
    </p:spTree>
    <p:extLst>
      <p:ext uri="{BB962C8B-B14F-4D97-AF65-F5344CB8AC3E}">
        <p14:creationId xmlns:p14="http://schemas.microsoft.com/office/powerpoint/2010/main" val="64851087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01">
            <a:extLst xmlns:a="http://schemas.openxmlformats.org/drawingml/2006/main">
              <a:ext uri="{FF2B5EF4-FFF2-40B4-BE49-F238E27FC236}">
                <a16:creationId xmlns:a16="http://schemas.microsoft.com/office/drawing/2014/main" id="{41AC6BEB-FC46-4687-B1BD-8B410E0794A9}"/>
              </a:ext>
            </a:extLst>
          </p:cNvPr>
          <p:cNvSpPr>
            <a:spLocks xmlns:a="http://schemas.openxmlformats.org/drawingml/2006/main" noGrp="1"/>
          </p:cNvSpPr>
          <p:nvPr/>
        </p:nvSpPr>
        <p:spPr>
          <a:xfrm xmlns:a="http://schemas.openxmlformats.org/drawingml/2006/main">
            <a:off x="523875" y="128587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600" b="1">
                <a:solidFill>
                  <a:srgbClr val="CA2352"/>
                </a:solidFill>
                <a:latin typeface="Space Grotesk"/>
                <a:ea typeface="Space Grotesk"/>
                <a:cs typeface="Space Grotesk"/>
              </a:defRPr>
            </a:defPPr>
          </a:lstStyle>
          <a:p xmlns:a="http://schemas.openxmlformats.org/drawingml/2006/main">
            <a:pPr algn="l">
              <a:defRPr sz="3600" b="1">
                <a:solidFill>
                  <a:srgbClr val="CA2352"/>
                </a:solidFill>
                <a:latin typeface="Space Grotesk"/>
                <a:ea typeface="Space Grotesk"/>
                <a:cs typeface="Space Grotesk"/>
              </a:defRPr>
            </a:pPr>
            <a:r>
              <a:rPr sz="3600" b="1">
                <a:solidFill>
                  <a:srgbClr val="CA2352"/>
                </a:solidFill>
                <a:latin typeface="Space Grotesk"/>
                <a:ea typeface="Space Grotesk"/>
                <a:cs typeface="Space Grotesk"/>
              </a:rPr>
              <a:t>01</a:t>
            </a:r>
          </a:p>
        </p:txBody>
      </p:sp>
      <p:sp>
        <p:nvSpPr>
          <p:cNvPr id="2" name="Train">
            <a:extLst xmlns:a="http://schemas.openxmlformats.org/drawingml/2006/main">
              <a:ext uri="{FF2B5EF4-FFF2-40B4-BE49-F238E27FC236}">
                <a16:creationId xmlns:a16="http://schemas.microsoft.com/office/drawing/2014/main" id="{00DEAC36-FD7C-4DC9-9220-603FE0425989}"/>
              </a:ext>
            </a:extLst>
          </p:cNvPr>
          <p:cNvSpPr>
            <a:spLocks xmlns:a="http://schemas.openxmlformats.org/drawingml/2006/main" noGrp="1"/>
          </p:cNvSpPr>
          <p:nvPr/>
        </p:nvSpPr>
        <p:spPr>
          <a:xfrm xmlns:a="http://schemas.openxmlformats.org/drawingml/2006/main">
            <a:off x="523875" y="2047875"/>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FFFFFF"/>
                </a:solidFill>
                <a:latin typeface="Space Grotesk"/>
                <a:ea typeface="Space Grotesk"/>
                <a:cs typeface="Space Grotesk"/>
              </a:defRPr>
            </a:defPPr>
          </a:lstStyle>
          <a:p xmlns:a="http://schemas.openxmlformats.org/drawingml/2006/main">
            <a:pPr algn="l">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Train</a:t>
            </a:r>
          </a:p>
        </p:txBody>
      </p:sp>
      <p:sp>
        <p:nvSpPr>
          <p:cNvPr id="3" name="A repeatable model and an honest evaluation">
            <a:extLst xmlns:a="http://schemas.openxmlformats.org/drawingml/2006/main">
              <a:ext uri="{FF2B5EF4-FFF2-40B4-BE49-F238E27FC236}">
                <a16:creationId xmlns:a16="http://schemas.microsoft.com/office/drawing/2014/main" id="{4EEF709D-7097-4907-B572-6230EF59E05A}"/>
              </a:ext>
            </a:extLst>
          </p:cNvPr>
          <p:cNvSpPr>
            <a:spLocks xmlns:a="http://schemas.openxmlformats.org/drawingml/2006/main" noGrp="1"/>
          </p:cNvSpPr>
          <p:nvPr/>
        </p:nvSpPr>
        <p:spPr>
          <a:xfrm xmlns:a="http://schemas.openxmlformats.org/drawingml/2006/main">
            <a:off x="523875" y="30861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B8C4CC"/>
                </a:solidFill>
                <a:latin typeface="Space Grotesk"/>
                <a:ea typeface="Space Grotesk"/>
                <a:cs typeface="Space Grotesk"/>
              </a:defRPr>
            </a:defPPr>
          </a:lstStyle>
          <a:p xmlns:a="http://schemas.openxmlformats.org/drawingml/2006/main">
            <a:pPr algn="l">
              <a:defRPr sz="2100" b="0">
                <a:solidFill>
                  <a:srgbClr val="B8C4CC"/>
                </a:solidFill>
                <a:latin typeface="Space Grotesk"/>
                <a:ea typeface="Space Grotesk"/>
                <a:cs typeface="Space Grotesk"/>
              </a:defRPr>
            </a:pPr>
            <a:r>
              <a:rPr sz="2100" b="0">
                <a:solidFill>
                  <a:srgbClr val="B8C4CC"/>
                </a:solidFill>
                <a:latin typeface="Space Grotesk"/>
                <a:ea typeface="Space Grotesk"/>
                <a:cs typeface="Space Grotesk"/>
              </a:rPr>
              <a:t>A repeatable model and an honest evaluation</a:t>
            </a:r>
          </a:p>
        </p:txBody>
      </p:sp>
      <p:sp>
        <p:nvSpPr>
          <p:cNvPr id="4" name="16">
            <a:extLst xmlns:a="http://schemas.openxmlformats.org/drawingml/2006/main">
              <a:ext uri="{FF2B5EF4-FFF2-40B4-BE49-F238E27FC236}">
                <a16:creationId xmlns:a16="http://schemas.microsoft.com/office/drawing/2014/main" id="{E3411621-8C6B-4EAB-B852-C4DB021DBCE7}"/>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16</a:t>
            </a:r>
          </a:p>
        </p:txBody>
      </p:sp>
    </p:spTree>
    <p:extLst>
      <p:ext uri="{BB962C8B-B14F-4D97-AF65-F5344CB8AC3E}">
        <p14:creationId xmlns:p14="http://schemas.microsoft.com/office/powerpoint/2010/main" val="64851087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0" name="A model small enough to understand">
            <a:extLst xmlns:a="http://schemas.openxmlformats.org/drawingml/2006/main">
              <a:ext uri="{FF2B5EF4-FFF2-40B4-BE49-F238E27FC236}">
                <a16:creationId xmlns:a16="http://schemas.microsoft.com/office/drawing/2014/main" id="{6EE5B800-41F1-4672-B028-24ADC7699260}"/>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A model small enough to understand</a:t>
            </a:r>
          </a:p>
        </p:txBody>
      </p:sp>
      <p:sp>
        <p:nvSpPr>
          <p:cNvPr id="2" name="1,797">
            <a:extLst xmlns:a="http://schemas.openxmlformats.org/drawingml/2006/main">
              <a:ext uri="{FF2B5EF4-FFF2-40B4-BE49-F238E27FC236}">
                <a16:creationId xmlns:a16="http://schemas.microsoft.com/office/drawing/2014/main" id="{4947B3F0-75FD-4F61-8146-22AE371C9876}"/>
              </a:ext>
            </a:extLst>
          </p:cNvPr>
          <p:cNvSpPr>
            <a:spLocks xmlns:a="http://schemas.openxmlformats.org/drawingml/2006/main" noGrp="1"/>
          </p:cNvSpPr>
          <p:nvPr/>
        </p:nvSpPr>
        <p:spPr>
          <a:xfrm xmlns:a="http://schemas.openxmlformats.org/drawingml/2006/main">
            <a:off x="457200" y="1952625"/>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CA2352"/>
                </a:solidFill>
                <a:latin typeface="Space Grotesk"/>
                <a:ea typeface="Space Grotesk"/>
                <a:cs typeface="Space Grotesk"/>
              </a:defRPr>
            </a:defPPr>
          </a:lstStyle>
          <a:p xmlns:a="http://schemas.openxmlformats.org/drawingml/2006/main">
            <a:pPr algn="l">
              <a:defRPr sz="4200" b="1">
                <a:solidFill>
                  <a:srgbClr val="CA2352"/>
                </a:solidFill>
                <a:latin typeface="Space Grotesk"/>
                <a:ea typeface="Space Grotesk"/>
                <a:cs typeface="Space Grotesk"/>
              </a:defRPr>
            </a:pPr>
            <a:r>
              <a:rPr sz="4200" b="1">
                <a:solidFill>
                  <a:srgbClr val="CA2352"/>
                </a:solidFill>
                <a:latin typeface="Space Grotesk"/>
                <a:ea typeface="Space Grotesk"/>
                <a:cs typeface="Space Grotesk"/>
              </a:rPr>
              <a:t>1,797</a:t>
            </a:r>
          </a:p>
        </p:txBody>
      </p:sp>
      <p:sp>
        <p:nvSpPr>
          <p:cNvPr id="3" name="digit images">
            <a:extLst xmlns:a="http://schemas.openxmlformats.org/drawingml/2006/main">
              <a:ext uri="{FF2B5EF4-FFF2-40B4-BE49-F238E27FC236}">
                <a16:creationId xmlns:a16="http://schemas.microsoft.com/office/drawing/2014/main" id="{5F051E18-E517-43F8-971D-B170811E9CB0}"/>
              </a:ext>
            </a:extLst>
          </p:cNvPr>
          <p:cNvSpPr>
            <a:spLocks xmlns:a="http://schemas.openxmlformats.org/drawingml/2006/main" noGrp="1"/>
          </p:cNvSpPr>
          <p:nvPr/>
        </p:nvSpPr>
        <p:spPr>
          <a:xfrm xmlns:a="http://schemas.openxmlformats.org/drawingml/2006/main">
            <a:off x="457200" y="29337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digit images</a:t>
            </a:r>
          </a:p>
        </p:txBody>
      </p:sp>
      <p:sp>
        <p:nvSpPr>
          <p:cNvPr id="4" name="8 × 8">
            <a:extLst xmlns:a="http://schemas.openxmlformats.org/drawingml/2006/main">
              <a:ext uri="{FF2B5EF4-FFF2-40B4-BE49-F238E27FC236}">
                <a16:creationId xmlns:a16="http://schemas.microsoft.com/office/drawing/2014/main" id="{A579D4AB-6910-46F4-87F6-A4BDB17C3132}"/>
              </a:ext>
            </a:extLst>
          </p:cNvPr>
          <p:cNvSpPr>
            <a:spLocks xmlns:a="http://schemas.openxmlformats.org/drawingml/2006/main" noGrp="1"/>
          </p:cNvSpPr>
          <p:nvPr/>
        </p:nvSpPr>
        <p:spPr>
          <a:xfrm xmlns:a="http://schemas.openxmlformats.org/drawingml/2006/main">
            <a:off x="3314700" y="1952625"/>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3A64E4"/>
                </a:solidFill>
                <a:latin typeface="Space Grotesk"/>
                <a:ea typeface="Space Grotesk"/>
                <a:cs typeface="Space Grotesk"/>
              </a:defRPr>
            </a:defPPr>
          </a:lstStyle>
          <a:p xmlns:a="http://schemas.openxmlformats.org/drawingml/2006/main">
            <a:pPr algn="l">
              <a:defRPr sz="4200" b="1">
                <a:solidFill>
                  <a:srgbClr val="3A64E4"/>
                </a:solidFill>
                <a:latin typeface="Space Grotesk"/>
                <a:ea typeface="Space Grotesk"/>
                <a:cs typeface="Space Grotesk"/>
              </a:defRPr>
            </a:pPr>
            <a:r>
              <a:rPr sz="4200" b="1">
                <a:solidFill>
                  <a:srgbClr val="3A64E4"/>
                </a:solidFill>
                <a:latin typeface="Space Grotesk"/>
                <a:ea typeface="Space Grotesk"/>
                <a:cs typeface="Space Grotesk"/>
              </a:rPr>
              <a:t>8 × 8</a:t>
            </a:r>
          </a:p>
        </p:txBody>
      </p:sp>
      <p:sp>
        <p:nvSpPr>
          <p:cNvPr id="5" name="pixels per image">
            <a:extLst xmlns:a="http://schemas.openxmlformats.org/drawingml/2006/main">
              <a:ext uri="{FF2B5EF4-FFF2-40B4-BE49-F238E27FC236}">
                <a16:creationId xmlns:a16="http://schemas.microsoft.com/office/drawing/2014/main" id="{024BA4F8-73B7-4E8B-ACC1-DA5EDE2A348E}"/>
              </a:ext>
            </a:extLst>
          </p:cNvPr>
          <p:cNvSpPr>
            <a:spLocks xmlns:a="http://schemas.openxmlformats.org/drawingml/2006/main" noGrp="1"/>
          </p:cNvSpPr>
          <p:nvPr/>
        </p:nvSpPr>
        <p:spPr>
          <a:xfrm xmlns:a="http://schemas.openxmlformats.org/drawingml/2006/main">
            <a:off x="3314700" y="29337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pixels per image</a:t>
            </a:r>
          </a:p>
        </p:txBody>
      </p:sp>
      <p:sp>
        <p:nvSpPr>
          <p:cNvPr id="6" name="0–9">
            <a:extLst xmlns:a="http://schemas.openxmlformats.org/drawingml/2006/main">
              <a:ext uri="{FF2B5EF4-FFF2-40B4-BE49-F238E27FC236}">
                <a16:creationId xmlns:a16="http://schemas.microsoft.com/office/drawing/2014/main" id="{DC7FC30C-2616-43D3-A4D2-CF9EA6E6E092}"/>
              </a:ext>
            </a:extLst>
          </p:cNvPr>
          <p:cNvSpPr>
            <a:spLocks xmlns:a="http://schemas.openxmlformats.org/drawingml/2006/main" noGrp="1"/>
          </p:cNvSpPr>
          <p:nvPr/>
        </p:nvSpPr>
        <p:spPr>
          <a:xfrm xmlns:a="http://schemas.openxmlformats.org/drawingml/2006/main">
            <a:off x="6172200" y="1952625"/>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CA2352"/>
                </a:solidFill>
                <a:latin typeface="Space Grotesk"/>
                <a:ea typeface="Space Grotesk"/>
                <a:cs typeface="Space Grotesk"/>
              </a:defRPr>
            </a:defPPr>
          </a:lstStyle>
          <a:p xmlns:a="http://schemas.openxmlformats.org/drawingml/2006/main">
            <a:pPr algn="l">
              <a:defRPr sz="4200" b="1">
                <a:solidFill>
                  <a:srgbClr val="CA2352"/>
                </a:solidFill>
                <a:latin typeface="Space Grotesk"/>
                <a:ea typeface="Space Grotesk"/>
                <a:cs typeface="Space Grotesk"/>
              </a:defRPr>
            </a:pPr>
            <a:r>
              <a:rPr sz="4200" b="1">
                <a:solidFill>
                  <a:srgbClr val="CA2352"/>
                </a:solidFill>
                <a:latin typeface="Space Grotesk"/>
                <a:ea typeface="Space Grotesk"/>
                <a:cs typeface="Space Grotesk"/>
              </a:rPr>
              <a:t>0–9</a:t>
            </a:r>
          </a:p>
        </p:txBody>
      </p:sp>
      <p:sp>
        <p:nvSpPr>
          <p:cNvPr id="7" name="target classes">
            <a:extLst xmlns:a="http://schemas.openxmlformats.org/drawingml/2006/main">
              <a:ext uri="{FF2B5EF4-FFF2-40B4-BE49-F238E27FC236}">
                <a16:creationId xmlns:a16="http://schemas.microsoft.com/office/drawing/2014/main" id="{179249DF-74C6-44BF-8BB6-9115C196C7A1}"/>
              </a:ext>
            </a:extLst>
          </p:cNvPr>
          <p:cNvSpPr>
            <a:spLocks xmlns:a="http://schemas.openxmlformats.org/drawingml/2006/main" noGrp="1"/>
          </p:cNvSpPr>
          <p:nvPr/>
        </p:nvSpPr>
        <p:spPr>
          <a:xfrm xmlns:a="http://schemas.openxmlformats.org/drawingml/2006/main">
            <a:off x="6172200" y="29337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target classes</a:t>
            </a:r>
          </a:p>
        </p:txBody>
      </p:sp>
      <p:sp>
        <p:nvSpPr>
          <p:cNvPr id="8" name="64 input values, each from 0 to 16. The dataset ships with s">
            <a:extLst xmlns:a="http://schemas.openxmlformats.org/drawingml/2006/main">
              <a:ext uri="{FF2B5EF4-FFF2-40B4-BE49-F238E27FC236}">
                <a16:creationId xmlns:a16="http://schemas.microsoft.com/office/drawing/2014/main" id="{E11DE647-EE4D-4AD4-AA74-9F57FF75C148}"/>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64 input values, each from 0 to 16. The dataset ships with scikit-learn.</a:t>
            </a:r>
          </a:p>
        </p:txBody>
      </p:sp>
      <p:sp>
        <p:nvSpPr>
          <p:cNvPr id="9" name="17">
            <a:extLst xmlns:a="http://schemas.openxmlformats.org/drawingml/2006/main">
              <a:ext uri="{FF2B5EF4-FFF2-40B4-BE49-F238E27FC236}">
                <a16:creationId xmlns:a16="http://schemas.microsoft.com/office/drawing/2014/main" id="{EB9B5452-F30A-4E09-80AD-28D6E217B77C}"/>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17</a:t>
            </a:r>
          </a:p>
        </p:txBody>
      </p:sp>
    </p:spTree>
    <p:extLst>
      <p:ext uri="{BB962C8B-B14F-4D97-AF65-F5344CB8AC3E}">
        <p14:creationId xmlns:p14="http://schemas.microsoft.com/office/powerpoint/2010/main" val="64851087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1" name="Training data and test data">
            <a:extLst xmlns:a="http://schemas.openxmlformats.org/drawingml/2006/main">
              <a:ext uri="{FF2B5EF4-FFF2-40B4-BE49-F238E27FC236}">
                <a16:creationId xmlns:a16="http://schemas.microsoft.com/office/drawing/2014/main" id="{BCB21D74-759A-4CA5-9EAA-32546782285E}"/>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Training data and test data</a:t>
            </a:r>
          </a:p>
        </p:txBody>
      </p:sp>
      <p:sp>
        <p:nvSpPr>
          <p:cNvPr id="2" name="1,437 training examples">
            <a:extLst xmlns:a="http://schemas.openxmlformats.org/drawingml/2006/main">
              <a:ext uri="{FF2B5EF4-FFF2-40B4-BE49-F238E27FC236}">
                <a16:creationId xmlns:a16="http://schemas.microsoft.com/office/drawing/2014/main" id="{ACC603CF-FEC6-4C96-B063-3BF05C8A4F75}"/>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1,437 training examples</a:t>
            </a:r>
          </a:p>
        </p:txBody>
      </p:sp>
      <p:sp>
        <p:nvSpPr>
          <p:cNvPr id="3" name="360 held-out examples">
            <a:extLst xmlns:a="http://schemas.openxmlformats.org/drawingml/2006/main">
              <a:ext uri="{FF2B5EF4-FFF2-40B4-BE49-F238E27FC236}">
                <a16:creationId xmlns:a16="http://schemas.microsoft.com/office/drawing/2014/main" id="{24F1A554-E8BE-4B59-AD4E-44A6A30F17DD}"/>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360 held-out examples</a:t>
            </a:r>
          </a:p>
        </p:txBody>
      </p:sp>
      <p:sp>
        <p:nvSpPr>
          <p:cNvPr id="4" name="Learn how to scale the inputs">
            <a:extLst xmlns:a="http://schemas.openxmlformats.org/drawingml/2006/main">
              <a:ext uri="{FF2B5EF4-FFF2-40B4-BE49-F238E27FC236}">
                <a16:creationId xmlns:a16="http://schemas.microsoft.com/office/drawing/2014/main" id="{78F9A6EC-47A0-4BE9-9970-D15B3A592C36}"/>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Learn how to scale the inputs</a:t>
            </a:r>
          </a:p>
        </p:txBody>
      </p:sp>
      <p:sp>
        <p:nvSpPr>
          <p:cNvPr id="5" name="Fit the digit classifier">
            <a:extLst xmlns:a="http://schemas.openxmlformats.org/drawingml/2006/main">
              <a:ext uri="{FF2B5EF4-FFF2-40B4-BE49-F238E27FC236}">
                <a16:creationId xmlns:a16="http://schemas.microsoft.com/office/drawing/2014/main" id="{D8634500-81D1-495C-8936-2B173A824960}"/>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Fit the digit classifier</a:t>
            </a:r>
          </a:p>
        </p:txBody>
      </p:sp>
      <p:sp>
        <p:nvSpPr>
          <p:cNvPr id="6" name="Keep the split repeatable">
            <a:extLst xmlns:a="http://schemas.openxmlformats.org/drawingml/2006/main">
              <a:ext uri="{FF2B5EF4-FFF2-40B4-BE49-F238E27FC236}">
                <a16:creationId xmlns:a16="http://schemas.microsoft.com/office/drawing/2014/main" id="{CA822DCD-2410-410C-AF78-8E319CF5C78C}"/>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Keep the split repeatable</a:t>
            </a:r>
          </a:p>
        </p:txBody>
      </p:sp>
      <p:sp>
        <p:nvSpPr>
          <p:cNvPr id="7" name="Evaluate after fitting">
            <a:extLst xmlns:a="http://schemas.openxmlformats.org/drawingml/2006/main">
              <a:ext uri="{FF2B5EF4-FFF2-40B4-BE49-F238E27FC236}">
                <a16:creationId xmlns:a16="http://schemas.microsoft.com/office/drawing/2014/main" id="{D6C40A93-996F-446D-8813-1F811CE6E257}"/>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Evaluate after fitting</a:t>
            </a:r>
          </a:p>
        </p:txBody>
      </p:sp>
      <p:sp>
        <p:nvSpPr>
          <p:cNvPr id="8" name="Keep test examples out of training">
            <a:extLst xmlns:a="http://schemas.openxmlformats.org/drawingml/2006/main">
              <a:ext uri="{FF2B5EF4-FFF2-40B4-BE49-F238E27FC236}">
                <a16:creationId xmlns:a16="http://schemas.microsoft.com/office/drawing/2014/main" id="{B3FFD6DF-1115-495A-80D4-E43C92D62239}"/>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Keep test examples out of training</a:t>
            </a:r>
          </a:p>
        </p:txBody>
      </p:sp>
      <p:sp>
        <p:nvSpPr>
          <p:cNvPr id="9" name="Check performance on unseen data">
            <a:extLst xmlns:a="http://schemas.openxmlformats.org/drawingml/2006/main">
              <a:ext uri="{FF2B5EF4-FFF2-40B4-BE49-F238E27FC236}">
                <a16:creationId xmlns:a16="http://schemas.microsoft.com/office/drawing/2014/main" id="{DA244DAE-FD2C-441D-B6B9-F9790C9E9FE9}"/>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Check performance on unseen data</a:t>
            </a:r>
          </a:p>
        </p:txBody>
      </p:sp>
      <p:sp>
        <p:nvSpPr>
          <p:cNvPr id="10" name="18">
            <a:extLst xmlns:a="http://schemas.openxmlformats.org/drawingml/2006/main">
              <a:ext uri="{FF2B5EF4-FFF2-40B4-BE49-F238E27FC236}">
                <a16:creationId xmlns:a16="http://schemas.microsoft.com/office/drawing/2014/main" id="{193C5619-8544-4F0C-8F63-2D3F6F8F657A}"/>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18</a:t>
            </a:r>
          </a:p>
        </p:txBody>
      </p:sp>
    </p:spTree>
    <p:extLst>
      <p:ext uri="{BB962C8B-B14F-4D97-AF65-F5344CB8AC3E}">
        <p14:creationId xmlns:p14="http://schemas.microsoft.com/office/powerpoint/2010/main" val="64851087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Preprocessing travels with the model">
            <a:extLst xmlns:a="http://schemas.openxmlformats.org/drawingml/2006/main">
              <a:ext uri="{FF2B5EF4-FFF2-40B4-BE49-F238E27FC236}">
                <a16:creationId xmlns:a16="http://schemas.microsoft.com/office/drawing/2014/main" id="{0568DA85-1972-44C1-9B36-8E9E25C5037A}"/>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Preprocessing travels with the model</a:t>
            </a:r>
          </a:p>
        </p:txBody>
      </p:sp>
      <p:sp>
        <p:nvSpPr>
          <p:cNvPr id="2" name="pipeline = make_pipeline(&#10;    MinMaxScaler(),&#10;    SVC(C=10, ">
            <a:extLst xmlns:a="http://schemas.openxmlformats.org/drawingml/2006/main">
              <a:ext uri="{FF2B5EF4-FFF2-40B4-BE49-F238E27FC236}">
                <a16:creationId xmlns:a16="http://schemas.microsoft.com/office/drawing/2014/main" id="{393342D3-67ED-4E4A-86E0-3130C6EB304E}"/>
              </a:ext>
            </a:extLst>
          </p:cNvPr>
          <p:cNvSpPr>
            <a:spLocks xmlns:a="http://schemas.openxmlformats.org/drawingml/2006/main" noGrp="1"/>
          </p:cNvSpPr>
          <p:nvPr/>
        </p:nvSpPr>
        <p:spPr>
          <a:xfrm xmlns:a="http://schemas.openxmlformats.org/drawingml/2006/main">
            <a:off x="523875" y="1495425"/>
            <a:ext cx="8096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3A64E4"/>
                </a:solidFill>
                <a:latin typeface="Space Grotesk"/>
                <a:ea typeface="Space Grotesk"/>
                <a:cs typeface="Space Grotesk"/>
              </a:defRPr>
            </a:defPPr>
          </a:lstStyle>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pipeline = make_pipeline(</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    MinMaxScaler(),</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    SVC(C=10, probability=True, random_state=42)</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pipeline.fit(x_train, y_train)</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scores = pipeline.predict_proba(x_test)</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predictions = scores.argmax(axis=1)</a:t>
            </a:r>
          </a:p>
        </p:txBody>
      </p:sp>
      <p:sp>
        <p:nvSpPr>
          <p:cNvPr id="3" name="The API loads this fitted pipeline and uses the same transfo">
            <a:extLst xmlns:a="http://schemas.openxmlformats.org/drawingml/2006/main">
              <a:ext uri="{FF2B5EF4-FFF2-40B4-BE49-F238E27FC236}">
                <a16:creationId xmlns:a16="http://schemas.microsoft.com/office/drawing/2014/main" id="{C894E803-3A98-4A4B-B083-23CEB2C2DE45}"/>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The API loads this fitted pipeline and uses the same transformation</a:t>
            </a:r>
          </a:p>
        </p:txBody>
      </p:sp>
      <p:sp>
        <p:nvSpPr>
          <p:cNvPr id="4" name="19">
            <a:extLst xmlns:a="http://schemas.openxmlformats.org/drawingml/2006/main">
              <a:ext uri="{FF2B5EF4-FFF2-40B4-BE49-F238E27FC236}">
                <a16:creationId xmlns:a16="http://schemas.microsoft.com/office/drawing/2014/main" id="{E17AEBD9-E4FA-4A4A-8271-B8EB0567C2B1}"/>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19</a:t>
            </a:r>
          </a:p>
        </p:txBody>
      </p:sp>
    </p:spTree>
    <p:extLst>
      <p:ext uri="{BB962C8B-B14F-4D97-AF65-F5344CB8AC3E}">
        <p14:creationId xmlns:p14="http://schemas.microsoft.com/office/powerpoint/2010/main" val="64851087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 name="The baseline result">
            <a:extLst xmlns:a="http://schemas.openxmlformats.org/drawingml/2006/main">
              <a:ext uri="{FF2B5EF4-FFF2-40B4-BE49-F238E27FC236}">
                <a16:creationId xmlns:a16="http://schemas.microsoft.com/office/drawing/2014/main" id="{D8D793A9-56A3-4451-A022-BCB587B3CAB3}"/>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The baseline result</a:t>
            </a:r>
          </a:p>
        </p:txBody>
      </p:sp>
      <p:sp>
        <p:nvSpPr>
          <p:cNvPr id="2" name="99.17%">
            <a:extLst xmlns:a="http://schemas.openxmlformats.org/drawingml/2006/main">
              <a:ext uri="{FF2B5EF4-FFF2-40B4-BE49-F238E27FC236}">
                <a16:creationId xmlns:a16="http://schemas.microsoft.com/office/drawing/2014/main" id="{5A0B4704-A564-40FB-89BC-97A9231885D3}"/>
              </a:ext>
            </a:extLst>
          </p:cNvPr>
          <p:cNvSpPr>
            <a:spLocks xmlns:a="http://schemas.openxmlformats.org/drawingml/2006/main" noGrp="1"/>
          </p:cNvSpPr>
          <p:nvPr/>
        </p:nvSpPr>
        <p:spPr>
          <a:xfrm xmlns:a="http://schemas.openxmlformats.org/drawingml/2006/main">
            <a:off x="457200" y="1590675"/>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7050" b="1">
                <a:solidFill>
                  <a:srgbClr val="CA2352"/>
                </a:solidFill>
                <a:latin typeface="Space Grotesk"/>
                <a:ea typeface="Space Grotesk"/>
                <a:cs typeface="Space Grotesk"/>
              </a:defRPr>
            </a:defPPr>
          </a:lstStyle>
          <a:p xmlns:a="http://schemas.openxmlformats.org/drawingml/2006/main">
            <a:pPr algn="l">
              <a:defRPr sz="7050" b="1">
                <a:solidFill>
                  <a:srgbClr val="CA2352"/>
                </a:solidFill>
                <a:latin typeface="Space Grotesk"/>
                <a:ea typeface="Space Grotesk"/>
                <a:cs typeface="Space Grotesk"/>
              </a:defRPr>
            </a:pPr>
            <a:r>
              <a:rPr sz="7050" b="1">
                <a:solidFill>
                  <a:srgbClr val="CA2352"/>
                </a:solidFill>
                <a:latin typeface="Space Grotesk"/>
                <a:ea typeface="Space Grotesk"/>
                <a:cs typeface="Space Grotesk"/>
              </a:rPr>
              <a:t>99.17%</a:t>
            </a:r>
          </a:p>
        </p:txBody>
      </p:sp>
      <p:sp>
        <p:nvSpPr>
          <p:cNvPr id="3" name="accuracy on 360 held-out examples">
            <a:extLst xmlns:a="http://schemas.openxmlformats.org/drawingml/2006/main">
              <a:ext uri="{FF2B5EF4-FFF2-40B4-BE49-F238E27FC236}">
                <a16:creationId xmlns:a16="http://schemas.microsoft.com/office/drawing/2014/main" id="{BEE32536-03A4-4E2F-8EC5-13A52145F12E}"/>
              </a:ext>
            </a:extLst>
          </p:cNvPr>
          <p:cNvSpPr>
            <a:spLocks xmlns:a="http://schemas.openxmlformats.org/drawingml/2006/main" noGrp="1"/>
          </p:cNvSpPr>
          <p:nvPr/>
        </p:nvSpPr>
        <p:spPr>
          <a:xfrm xmlns:a="http://schemas.openxmlformats.org/drawingml/2006/main">
            <a:off x="523875" y="3028950"/>
            <a:ext cx="790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FFFFFF"/>
                </a:solidFill>
                <a:latin typeface="Space Grotesk"/>
                <a:ea typeface="Space Grotesk"/>
                <a:cs typeface="Space Grotesk"/>
              </a:defRPr>
            </a:defPPr>
          </a:lstStyle>
          <a:p xmlns:a="http://schemas.openxmlformats.org/drawingml/2006/main">
            <a:pPr algn="l">
              <a:defRPr sz="2250" b="0">
                <a:solidFill>
                  <a:srgbClr val="FFFFFF"/>
                </a:solidFill>
                <a:latin typeface="Space Grotesk"/>
                <a:ea typeface="Space Grotesk"/>
                <a:cs typeface="Space Grotesk"/>
              </a:defRPr>
            </a:pPr>
            <a:r>
              <a:rPr sz="2250" b="0">
                <a:solidFill>
                  <a:srgbClr val="FFFFFF"/>
                </a:solidFill>
                <a:latin typeface="Space Grotesk"/>
                <a:ea typeface="Space Grotesk"/>
                <a:cs typeface="Space Grotesk"/>
              </a:rPr>
              <a:t>accuracy on 360 held-out examples</a:t>
            </a:r>
          </a:p>
        </p:txBody>
      </p:sp>
      <p:sp>
        <p:nvSpPr>
          <p:cNvPr id="4" name="Measured on this dataset and split. Your handwriting can beh">
            <a:extLst xmlns:a="http://schemas.openxmlformats.org/drawingml/2006/main">
              <a:ext uri="{FF2B5EF4-FFF2-40B4-BE49-F238E27FC236}">
                <a16:creationId xmlns:a16="http://schemas.microsoft.com/office/drawing/2014/main" id="{F0100F38-FFA7-4B0C-96C2-DBBD5FEF6E7F}"/>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Measured on this dataset and split. Your handwriting can behave differently.</a:t>
            </a:r>
          </a:p>
        </p:txBody>
      </p:sp>
      <p:sp>
        <p:nvSpPr>
          <p:cNvPr id="5" name="20">
            <a:extLst xmlns:a="http://schemas.openxmlformats.org/drawingml/2006/main">
              <a:ext uri="{FF2B5EF4-FFF2-40B4-BE49-F238E27FC236}">
                <a16:creationId xmlns:a16="http://schemas.microsoft.com/office/drawing/2014/main" id="{25C2265B-38D5-4623-B294-473A9F4AEE62}"/>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20</a:t>
            </a:r>
          </a:p>
        </p:txBody>
      </p:sp>
    </p:spTree>
    <p:extLst>
      <p:ext uri="{BB962C8B-B14F-4D97-AF65-F5344CB8AC3E}">
        <p14:creationId xmlns:p14="http://schemas.microsoft.com/office/powerpoint/2010/main" val="64851087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8" name="Exercise 1: your model artifact">
            <a:extLst xmlns:a="http://schemas.openxmlformats.org/drawingml/2006/main">
              <a:ext uri="{FF2B5EF4-FFF2-40B4-BE49-F238E27FC236}">
                <a16:creationId xmlns:a16="http://schemas.microsoft.com/office/drawing/2014/main" id="{77FE04AE-0C9E-444A-A3E2-3159AD3BF331}"/>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Exercise 1: your model artifact</a:t>
            </a:r>
          </a:p>
        </p:txBody>
      </p:sp>
      <p:sp>
        <p:nvSpPr>
          <p:cNvPr id="2" name="python -m ml.train">
            <a:extLst xmlns:a="http://schemas.openxmlformats.org/drawingml/2006/main">
              <a:ext uri="{FF2B5EF4-FFF2-40B4-BE49-F238E27FC236}">
                <a16:creationId xmlns:a16="http://schemas.microsoft.com/office/drawing/2014/main" id="{6F7CAF6B-1E99-45EE-BD86-527ECEAA7B91}"/>
              </a:ext>
            </a:extLst>
          </p:cNvPr>
          <p:cNvSpPr>
            <a:spLocks xmlns:a="http://schemas.openxmlformats.org/drawingml/2006/main" noGrp="1"/>
          </p:cNvSpPr>
          <p:nvPr/>
        </p:nvSpPr>
        <p:spPr>
          <a:xfrm xmlns:a="http://schemas.openxmlformats.org/drawingml/2006/main">
            <a:off x="457200" y="14763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3A64E4"/>
                </a:solidFill>
                <a:latin typeface="Space Grotesk"/>
                <a:ea typeface="Space Grotesk"/>
                <a:cs typeface="Space Grotesk"/>
              </a:defRPr>
            </a:defPPr>
          </a:lstStyle>
          <a:p xmlns:a="http://schemas.openxmlformats.org/drawingml/2006/main">
            <a:pPr algn="l">
              <a:defRPr sz="1800" b="0">
                <a:solidFill>
                  <a:srgbClr val="3A64E4"/>
                </a:solidFill>
                <a:latin typeface="Space Grotesk"/>
                <a:ea typeface="Space Grotesk"/>
                <a:cs typeface="Space Grotesk"/>
              </a:defRPr>
            </a:pPr>
            <a:r>
              <a:rPr sz="1800" b="0">
                <a:solidFill>
                  <a:srgbClr val="3A64E4"/>
                </a:solidFill>
                <a:latin typeface="Space Grotesk"/>
                <a:ea typeface="Space Grotesk"/>
                <a:cs typeface="Space Grotesk"/>
              </a:rPr>
              <a:t>python -m ml.train</a:t>
            </a:r>
          </a:p>
        </p:txBody>
      </p:sp>
      <p:sp>
        <p:nvSpPr>
          <p:cNvPr id="3" name="Find test_accuracy in metadata.json">
            <a:extLst xmlns:a="http://schemas.openxmlformats.org/drawingml/2006/main">
              <a:ext uri="{FF2B5EF4-FFF2-40B4-BE49-F238E27FC236}">
                <a16:creationId xmlns:a16="http://schemas.microsoft.com/office/drawing/2014/main" id="{C70BD1C2-91F7-41BA-A210-36A9CB46E039}"/>
              </a:ext>
            </a:extLst>
          </p:cNvPr>
          <p:cNvSpPr>
            <a:spLocks xmlns:a="http://schemas.openxmlformats.org/drawingml/2006/main" noGrp="1"/>
          </p:cNvSpPr>
          <p:nvPr/>
        </p:nvSpPr>
        <p:spPr>
          <a:xfrm xmlns:a="http://schemas.openxmlformats.org/drawingml/2006/main">
            <a:off x="457200" y="22860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Find test_accuracy in metadata.json</a:t>
            </a:r>
          </a:p>
        </p:txBody>
      </p:sp>
      <p:sp>
        <p:nvSpPr>
          <p:cNvPr id="4" name="Find the model version and input contract">
            <a:extLst xmlns:a="http://schemas.openxmlformats.org/drawingml/2006/main">
              <a:ext uri="{FF2B5EF4-FFF2-40B4-BE49-F238E27FC236}">
                <a16:creationId xmlns:a16="http://schemas.microsoft.com/office/drawing/2014/main" id="{84FA2BB6-1F0B-4078-9195-56E8B8C02BDD}"/>
              </a:ext>
            </a:extLst>
          </p:cNvPr>
          <p:cNvSpPr>
            <a:spLocks xmlns:a="http://schemas.openxmlformats.org/drawingml/2006/main" noGrp="1"/>
          </p:cNvSpPr>
          <p:nvPr/>
        </p:nvSpPr>
        <p:spPr>
          <a:xfrm xmlns:a="http://schemas.openxmlformats.org/drawingml/2006/main">
            <a:off x="457200" y="2914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Find the model version and input contract</a:t>
            </a:r>
          </a:p>
        </p:txBody>
      </p:sp>
      <p:sp>
        <p:nvSpPr>
          <p:cNvPr id="5" name="Explain why training accuracy is not enough">
            <a:extLst xmlns:a="http://schemas.openxmlformats.org/drawingml/2006/main">
              <a:ext uri="{FF2B5EF4-FFF2-40B4-BE49-F238E27FC236}">
                <a16:creationId xmlns:a16="http://schemas.microsoft.com/office/drawing/2014/main" id="{4B66FA55-C6C8-4B69-94A8-8FBB2F39D932}"/>
              </a:ext>
            </a:extLst>
          </p:cNvPr>
          <p:cNvSpPr>
            <a:spLocks xmlns:a="http://schemas.openxmlformats.org/drawingml/2006/main" noGrp="1"/>
          </p:cNvSpPr>
          <p:nvPr/>
        </p:nvSpPr>
        <p:spPr>
          <a:xfrm xmlns:a="http://schemas.openxmlformats.org/drawingml/2006/main">
            <a:off x="457200" y="35433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Explain why training accuracy is not enough</a:t>
            </a:r>
          </a:p>
        </p:txBody>
      </p:sp>
      <p:sp>
        <p:nvSpPr>
          <p:cNvPr id="6" name="Checkpoint: model.joblib + metadata.json + samples.json">
            <a:extLst xmlns:a="http://schemas.openxmlformats.org/drawingml/2006/main">
              <a:ext uri="{FF2B5EF4-FFF2-40B4-BE49-F238E27FC236}">
                <a16:creationId xmlns:a16="http://schemas.microsoft.com/office/drawing/2014/main" id="{99D5580D-EA1E-46DF-9C47-3BD1EB61E47C}"/>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Checkpoint: model.joblib + metadata.json + samples.json</a:t>
            </a:r>
          </a:p>
        </p:txBody>
      </p:sp>
      <p:sp>
        <p:nvSpPr>
          <p:cNvPr id="7" name="21">
            <a:extLst xmlns:a="http://schemas.openxmlformats.org/drawingml/2006/main">
              <a:ext uri="{FF2B5EF4-FFF2-40B4-BE49-F238E27FC236}">
                <a16:creationId xmlns:a16="http://schemas.microsoft.com/office/drawing/2014/main" id="{63A27694-FD2C-4D71-8ADE-298E480570E4}"/>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21</a:t>
            </a:r>
          </a:p>
        </p:txBody>
      </p:sp>
    </p:spTree>
    <p:extLst>
      <p:ext uri="{BB962C8B-B14F-4D97-AF65-F5344CB8AC3E}">
        <p14:creationId xmlns:p14="http://schemas.microsoft.com/office/powerpoint/2010/main" val="64851087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02">
            <a:extLst xmlns:a="http://schemas.openxmlformats.org/drawingml/2006/main">
              <a:ext uri="{FF2B5EF4-FFF2-40B4-BE49-F238E27FC236}">
                <a16:creationId xmlns:a16="http://schemas.microsoft.com/office/drawing/2014/main" id="{6EA23A5F-01AD-4ABB-89E5-25E8A34ECAB1}"/>
              </a:ext>
            </a:extLst>
          </p:cNvPr>
          <p:cNvSpPr>
            <a:spLocks xmlns:a="http://schemas.openxmlformats.org/drawingml/2006/main" noGrp="1"/>
          </p:cNvSpPr>
          <p:nvPr/>
        </p:nvSpPr>
        <p:spPr>
          <a:xfrm xmlns:a="http://schemas.openxmlformats.org/drawingml/2006/main">
            <a:off x="523875" y="128587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600" b="1">
                <a:solidFill>
                  <a:srgbClr val="CA2352"/>
                </a:solidFill>
                <a:latin typeface="Space Grotesk"/>
                <a:ea typeface="Space Grotesk"/>
                <a:cs typeface="Space Grotesk"/>
              </a:defRPr>
            </a:defPPr>
          </a:lstStyle>
          <a:p xmlns:a="http://schemas.openxmlformats.org/drawingml/2006/main">
            <a:pPr algn="l">
              <a:defRPr sz="3600" b="1">
                <a:solidFill>
                  <a:srgbClr val="CA2352"/>
                </a:solidFill>
                <a:latin typeface="Space Grotesk"/>
                <a:ea typeface="Space Grotesk"/>
                <a:cs typeface="Space Grotesk"/>
              </a:defRPr>
            </a:pPr>
            <a:r>
              <a:rPr sz="3600" b="1">
                <a:solidFill>
                  <a:srgbClr val="CA2352"/>
                </a:solidFill>
                <a:latin typeface="Space Grotesk"/>
                <a:ea typeface="Space Grotesk"/>
                <a:cs typeface="Space Grotesk"/>
              </a:rPr>
              <a:t>02</a:t>
            </a:r>
          </a:p>
        </p:txBody>
      </p:sp>
      <p:sp>
        <p:nvSpPr>
          <p:cNvPr id="2" name="Package">
            <a:extLst xmlns:a="http://schemas.openxmlformats.org/drawingml/2006/main">
              <a:ext uri="{FF2B5EF4-FFF2-40B4-BE49-F238E27FC236}">
                <a16:creationId xmlns:a16="http://schemas.microsoft.com/office/drawing/2014/main" id="{B26A57A2-532E-4615-BB1D-996A24730ED9}"/>
              </a:ext>
            </a:extLst>
          </p:cNvPr>
          <p:cNvSpPr>
            <a:spLocks xmlns:a="http://schemas.openxmlformats.org/drawingml/2006/main" noGrp="1"/>
          </p:cNvSpPr>
          <p:nvPr/>
        </p:nvSpPr>
        <p:spPr>
          <a:xfrm xmlns:a="http://schemas.openxmlformats.org/drawingml/2006/main">
            <a:off x="523875" y="2047875"/>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FFFFFF"/>
                </a:solidFill>
                <a:latin typeface="Space Grotesk"/>
                <a:ea typeface="Space Grotesk"/>
                <a:cs typeface="Space Grotesk"/>
              </a:defRPr>
            </a:defPPr>
          </a:lstStyle>
          <a:p xmlns:a="http://schemas.openxmlformats.org/drawingml/2006/main">
            <a:pPr algn="l">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Package</a:t>
            </a:r>
          </a:p>
        </p:txBody>
      </p:sp>
      <p:sp>
        <p:nvSpPr>
          <p:cNvPr id="3" name="A model somebody else can call">
            <a:extLst xmlns:a="http://schemas.openxmlformats.org/drawingml/2006/main">
              <a:ext uri="{FF2B5EF4-FFF2-40B4-BE49-F238E27FC236}">
                <a16:creationId xmlns:a16="http://schemas.microsoft.com/office/drawing/2014/main" id="{1B1A1A21-37FF-4A4B-82A3-5F4A6AD8090D}"/>
              </a:ext>
            </a:extLst>
          </p:cNvPr>
          <p:cNvSpPr>
            <a:spLocks xmlns:a="http://schemas.openxmlformats.org/drawingml/2006/main" noGrp="1"/>
          </p:cNvSpPr>
          <p:nvPr/>
        </p:nvSpPr>
        <p:spPr>
          <a:xfrm xmlns:a="http://schemas.openxmlformats.org/drawingml/2006/main">
            <a:off x="523875" y="30861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B8C4CC"/>
                </a:solidFill>
                <a:latin typeface="Space Grotesk"/>
                <a:ea typeface="Space Grotesk"/>
                <a:cs typeface="Space Grotesk"/>
              </a:defRPr>
            </a:defPPr>
          </a:lstStyle>
          <a:p xmlns:a="http://schemas.openxmlformats.org/drawingml/2006/main">
            <a:pPr algn="l">
              <a:defRPr sz="2100" b="0">
                <a:solidFill>
                  <a:srgbClr val="B8C4CC"/>
                </a:solidFill>
                <a:latin typeface="Space Grotesk"/>
                <a:ea typeface="Space Grotesk"/>
                <a:cs typeface="Space Grotesk"/>
              </a:defRPr>
            </a:pPr>
            <a:r>
              <a:rPr sz="2100" b="0">
                <a:solidFill>
                  <a:srgbClr val="B8C4CC"/>
                </a:solidFill>
                <a:latin typeface="Space Grotesk"/>
                <a:ea typeface="Space Grotesk"/>
                <a:cs typeface="Space Grotesk"/>
              </a:rPr>
              <a:t>A model somebody else can call</a:t>
            </a:r>
          </a:p>
        </p:txBody>
      </p:sp>
      <p:sp>
        <p:nvSpPr>
          <p:cNvPr id="4" name="22">
            <a:extLst xmlns:a="http://schemas.openxmlformats.org/drawingml/2006/main">
              <a:ext uri="{FF2B5EF4-FFF2-40B4-BE49-F238E27FC236}">
                <a16:creationId xmlns:a16="http://schemas.microsoft.com/office/drawing/2014/main" id="{4A5EA1E4-4618-4898-BEDF-DCF44A306DCA}"/>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22</a:t>
            </a:r>
          </a:p>
        </p:txBody>
      </p:sp>
    </p:spTree>
    <p:extLst>
      <p:ext uri="{BB962C8B-B14F-4D97-AF65-F5344CB8AC3E}">
        <p14:creationId xmlns:p14="http://schemas.microsoft.com/office/powerpoint/2010/main" val="64851087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1" name="The prediction contract">
            <a:extLst xmlns:a="http://schemas.openxmlformats.org/drawingml/2006/main">
              <a:ext uri="{FF2B5EF4-FFF2-40B4-BE49-F238E27FC236}">
                <a16:creationId xmlns:a16="http://schemas.microsoft.com/office/drawing/2014/main" id="{45E30288-95F8-4609-89CA-EC8522B07FAC}"/>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The prediction contract</a:t>
            </a:r>
          </a:p>
        </p:txBody>
      </p:sp>
      <p:sp>
        <p:nvSpPr>
          <p:cNvPr id="2" name="POST /predict">
            <a:extLst xmlns:a="http://schemas.openxmlformats.org/drawingml/2006/main">
              <a:ext uri="{FF2B5EF4-FFF2-40B4-BE49-F238E27FC236}">
                <a16:creationId xmlns:a16="http://schemas.microsoft.com/office/drawing/2014/main" id="{454D35C8-527F-49B5-A02B-D66C12B506E2}"/>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POST /predict</a:t>
            </a:r>
          </a:p>
        </p:txBody>
      </p:sp>
      <p:sp>
        <p:nvSpPr>
          <p:cNvPr id="3" name="The response">
            <a:extLst xmlns:a="http://schemas.openxmlformats.org/drawingml/2006/main">
              <a:ext uri="{FF2B5EF4-FFF2-40B4-BE49-F238E27FC236}">
                <a16:creationId xmlns:a16="http://schemas.microsoft.com/office/drawing/2014/main" id="{C8F8A87C-C66D-41FE-91F3-4864F2CC7090}"/>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The response</a:t>
            </a:r>
          </a:p>
        </p:txBody>
      </p:sp>
      <p:sp>
        <p:nvSpPr>
          <p:cNvPr id="4" name="64 finite numbers">
            <a:extLst xmlns:a="http://schemas.openxmlformats.org/drawingml/2006/main">
              <a:ext uri="{FF2B5EF4-FFF2-40B4-BE49-F238E27FC236}">
                <a16:creationId xmlns:a16="http://schemas.microsoft.com/office/drawing/2014/main" id="{386C6883-92AE-42F5-83F7-F4FC3D4259D3}"/>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64 finite numbers</a:t>
            </a:r>
          </a:p>
        </p:txBody>
      </p:sp>
      <p:sp>
        <p:nvSpPr>
          <p:cNvPr id="5" name="Each value between 0 and 16">
            <a:extLst xmlns:a="http://schemas.openxmlformats.org/drawingml/2006/main">
              <a:ext uri="{FF2B5EF4-FFF2-40B4-BE49-F238E27FC236}">
                <a16:creationId xmlns:a16="http://schemas.microsoft.com/office/drawing/2014/main" id="{26508E49-52FA-4D6B-8D88-C87E4C691822}"/>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Each value between 0 and 16</a:t>
            </a:r>
          </a:p>
        </p:txBody>
      </p:sp>
      <p:sp>
        <p:nvSpPr>
          <p:cNvPr id="6" name="Pixels ordered row by row">
            <a:extLst xmlns:a="http://schemas.openxmlformats.org/drawingml/2006/main">
              <a:ext uri="{FF2B5EF4-FFF2-40B4-BE49-F238E27FC236}">
                <a16:creationId xmlns:a16="http://schemas.microsoft.com/office/drawing/2014/main" id="{103379FA-F607-4315-9133-D522CBF62C89}"/>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Pixels ordered row by row</a:t>
            </a:r>
          </a:p>
        </p:txBody>
      </p:sp>
      <p:sp>
        <p:nvSpPr>
          <p:cNvPr id="7" name="Predicted digit">
            <a:extLst xmlns:a="http://schemas.openxmlformats.org/drawingml/2006/main">
              <a:ext uri="{FF2B5EF4-FFF2-40B4-BE49-F238E27FC236}">
                <a16:creationId xmlns:a16="http://schemas.microsoft.com/office/drawing/2014/main" id="{CC5ABCAD-2467-477C-86DB-441890B6F6A8}"/>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Predicted digit</a:t>
            </a:r>
          </a:p>
        </p:txBody>
      </p:sp>
      <p:sp>
        <p:nvSpPr>
          <p:cNvPr id="8" name="Ten class scores">
            <a:extLst xmlns:a="http://schemas.openxmlformats.org/drawingml/2006/main">
              <a:ext uri="{FF2B5EF4-FFF2-40B4-BE49-F238E27FC236}">
                <a16:creationId xmlns:a16="http://schemas.microsoft.com/office/drawing/2014/main" id="{A7FF744A-4CED-4D29-AE2A-2C17728C5811}"/>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Ten class scores</a:t>
            </a:r>
          </a:p>
        </p:txBody>
      </p:sp>
      <p:sp>
        <p:nvSpPr>
          <p:cNvPr id="9" name="Loaded model version">
            <a:extLst xmlns:a="http://schemas.openxmlformats.org/drawingml/2006/main">
              <a:ext uri="{FF2B5EF4-FFF2-40B4-BE49-F238E27FC236}">
                <a16:creationId xmlns:a16="http://schemas.microsoft.com/office/drawing/2014/main" id="{C68C4BFA-3506-472B-8243-CDAF0E772861}"/>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Loaded model version</a:t>
            </a:r>
          </a:p>
        </p:txBody>
      </p:sp>
      <p:sp>
        <p:nvSpPr>
          <p:cNvPr id="10" name="23">
            <a:extLst xmlns:a="http://schemas.openxmlformats.org/drawingml/2006/main">
              <a:ext uri="{FF2B5EF4-FFF2-40B4-BE49-F238E27FC236}">
                <a16:creationId xmlns:a16="http://schemas.microsoft.com/office/drawing/2014/main" id="{71D3C796-CADE-477C-9704-7E0BDD90D204}"/>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23</a:t>
            </a:r>
          </a:p>
        </p:txBody>
      </p:sp>
    </p:spTree>
    <p:extLst>
      <p:ext uri="{BB962C8B-B14F-4D97-AF65-F5344CB8AC3E}">
        <p14:creationId xmlns:p14="http://schemas.microsoft.com/office/powerpoint/2010/main" val="64851087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6" name="What happens when you click Predict?">
            <a:extLst xmlns:a="http://schemas.openxmlformats.org/drawingml/2006/main">
              <a:ext uri="{FF2B5EF4-FFF2-40B4-BE49-F238E27FC236}">
                <a16:creationId xmlns:a16="http://schemas.microsoft.com/office/drawing/2014/main" id="{4504D4FF-150D-4D36-B666-F58F93F667BD}"/>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What happens when you click Predict?</a:t>
            </a:r>
          </a:p>
        </p:txBody>
      </p:sp>
      <p:sp>
        <p:nvSpPr>
          <p:cNvPr id="2" name="01">
            <a:extLst xmlns:a="http://schemas.openxmlformats.org/drawingml/2006/main">
              <a:ext uri="{FF2B5EF4-FFF2-40B4-BE49-F238E27FC236}">
                <a16:creationId xmlns:a16="http://schemas.microsoft.com/office/drawing/2014/main" id="{37967C21-3044-4BBA-AFD0-0450305F1CA5}"/>
              </a:ext>
            </a:extLst>
          </p:cNvPr>
          <p:cNvSpPr>
            <a:spLocks xmlns:a="http://schemas.openxmlformats.org/drawingml/2006/main" noGrp="1"/>
          </p:cNvSpPr>
          <p:nvPr/>
        </p:nvSpPr>
        <p:spPr>
          <a:xfrm xmlns:a="http://schemas.openxmlformats.org/drawingml/2006/main">
            <a:off x="457200"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CA2352"/>
                </a:solidFill>
                <a:latin typeface="Space Grotesk"/>
                <a:ea typeface="Space Grotesk"/>
                <a:cs typeface="Space Grotesk"/>
              </a:defRPr>
            </a:defPPr>
          </a:lstStyle>
          <a:p xmlns:a="http://schemas.openxmlformats.org/drawingml/2006/main">
            <a:pPr algn="l">
              <a:defRPr sz="1650" b="0">
                <a:solidFill>
                  <a:srgbClr val="CA2352"/>
                </a:solidFill>
                <a:latin typeface="Space Grotesk"/>
                <a:ea typeface="Space Grotesk"/>
                <a:cs typeface="Space Grotesk"/>
              </a:defRPr>
            </a:pPr>
            <a:r>
              <a:rPr sz="1650" b="0">
                <a:solidFill>
                  <a:srgbClr val="CA2352"/>
                </a:solidFill>
                <a:latin typeface="Space Grotesk"/>
                <a:ea typeface="Space Grotesk"/>
                <a:cs typeface="Space Grotesk"/>
              </a:rPr>
              <a:t>01</a:t>
            </a:r>
          </a:p>
        </p:txBody>
      </p:sp>
      <p:sp>
        <p:nvSpPr>
          <p:cNvPr id="3" name="Browser">
            <a:extLst xmlns:a="http://schemas.openxmlformats.org/drawingml/2006/main">
              <a:ext uri="{FF2B5EF4-FFF2-40B4-BE49-F238E27FC236}">
                <a16:creationId xmlns:a16="http://schemas.microsoft.com/office/drawing/2014/main" id="{0C1A0C6A-2510-4B70-8C34-B5D8E3995091}"/>
              </a:ext>
            </a:extLst>
          </p:cNvPr>
          <p:cNvSpPr>
            <a:spLocks xmlns:a="http://schemas.openxmlformats.org/drawingml/2006/main" noGrp="1"/>
          </p:cNvSpPr>
          <p:nvPr/>
        </p:nvSpPr>
        <p:spPr>
          <a:xfrm xmlns:a="http://schemas.openxmlformats.org/drawingml/2006/main">
            <a:off x="457200"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Browser</a:t>
            </a:r>
          </a:p>
        </p:txBody>
      </p:sp>
      <p:sp>
        <p:nvSpPr>
          <p:cNvPr id="4" name="64 pixel values">
            <a:extLst xmlns:a="http://schemas.openxmlformats.org/drawingml/2006/main">
              <a:ext uri="{FF2B5EF4-FFF2-40B4-BE49-F238E27FC236}">
                <a16:creationId xmlns:a16="http://schemas.microsoft.com/office/drawing/2014/main" id="{BB522A62-4A69-4837-A040-E7497D100E17}"/>
              </a:ext>
            </a:extLst>
          </p:cNvPr>
          <p:cNvSpPr>
            <a:spLocks xmlns:a="http://schemas.openxmlformats.org/drawingml/2006/main" noGrp="1"/>
          </p:cNvSpPr>
          <p:nvPr/>
        </p:nvSpPr>
        <p:spPr>
          <a:xfrm xmlns:a="http://schemas.openxmlformats.org/drawingml/2006/main">
            <a:off x="457200"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64 pixel values</a:t>
            </a:r>
          </a:p>
        </p:txBody>
      </p:sp>
      <p:sp>
        <p:nvSpPr>
          <p:cNvPr id="5" name="02">
            <a:extLst xmlns:a="http://schemas.openxmlformats.org/drawingml/2006/main">
              <a:ext uri="{FF2B5EF4-FFF2-40B4-BE49-F238E27FC236}">
                <a16:creationId xmlns:a16="http://schemas.microsoft.com/office/drawing/2014/main" id="{4C731FEB-D1A7-48C9-99E3-82E91D7E2842}"/>
              </a:ext>
            </a:extLst>
          </p:cNvPr>
          <p:cNvSpPr>
            <a:spLocks xmlns:a="http://schemas.openxmlformats.org/drawingml/2006/main" noGrp="1"/>
          </p:cNvSpPr>
          <p:nvPr/>
        </p:nvSpPr>
        <p:spPr>
          <a:xfrm xmlns:a="http://schemas.openxmlformats.org/drawingml/2006/main">
            <a:off x="2600325"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3A64E4"/>
                </a:solidFill>
                <a:latin typeface="Space Grotesk"/>
                <a:ea typeface="Space Grotesk"/>
                <a:cs typeface="Space Grotesk"/>
              </a:defRPr>
            </a:defPPr>
          </a:lstStyle>
          <a:p xmlns:a="http://schemas.openxmlformats.org/drawingml/2006/main">
            <a:pPr algn="l">
              <a:defRPr sz="1650" b="0">
                <a:solidFill>
                  <a:srgbClr val="3A64E4"/>
                </a:solidFill>
                <a:latin typeface="Space Grotesk"/>
                <a:ea typeface="Space Grotesk"/>
                <a:cs typeface="Space Grotesk"/>
              </a:defRPr>
            </a:pPr>
            <a:r>
              <a:rPr sz="1650" b="0">
                <a:solidFill>
                  <a:srgbClr val="3A64E4"/>
                </a:solidFill>
                <a:latin typeface="Space Grotesk"/>
                <a:ea typeface="Space Grotesk"/>
                <a:cs typeface="Space Grotesk"/>
              </a:rPr>
              <a:t>02</a:t>
            </a:r>
          </a:p>
        </p:txBody>
      </p:sp>
      <p:sp>
        <p:nvSpPr>
          <p:cNvPr id="6" name="FastAPI">
            <a:extLst xmlns:a="http://schemas.openxmlformats.org/drawingml/2006/main">
              <a:ext uri="{FF2B5EF4-FFF2-40B4-BE49-F238E27FC236}">
                <a16:creationId xmlns:a16="http://schemas.microsoft.com/office/drawing/2014/main" id="{B2FC0D3C-E8E0-42C0-824D-0B2F68484ED2}"/>
              </a:ext>
            </a:extLst>
          </p:cNvPr>
          <p:cNvSpPr>
            <a:spLocks xmlns:a="http://schemas.openxmlformats.org/drawingml/2006/main" noGrp="1"/>
          </p:cNvSpPr>
          <p:nvPr/>
        </p:nvSpPr>
        <p:spPr>
          <a:xfrm xmlns:a="http://schemas.openxmlformats.org/drawingml/2006/main">
            <a:off x="2600325"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FastAPI</a:t>
            </a:r>
          </a:p>
        </p:txBody>
      </p:sp>
      <p:sp>
        <p:nvSpPr>
          <p:cNvPr id="7" name="Validate input">
            <a:extLst xmlns:a="http://schemas.openxmlformats.org/drawingml/2006/main">
              <a:ext uri="{FF2B5EF4-FFF2-40B4-BE49-F238E27FC236}">
                <a16:creationId xmlns:a16="http://schemas.microsoft.com/office/drawing/2014/main" id="{5F45F6FE-6C9A-4175-813A-EEE3408EB8C6}"/>
              </a:ext>
            </a:extLst>
          </p:cNvPr>
          <p:cNvSpPr>
            <a:spLocks xmlns:a="http://schemas.openxmlformats.org/drawingml/2006/main" noGrp="1"/>
          </p:cNvSpPr>
          <p:nvPr/>
        </p:nvSpPr>
        <p:spPr>
          <a:xfrm xmlns:a="http://schemas.openxmlformats.org/drawingml/2006/main">
            <a:off x="2600325"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Validate input</a:t>
            </a:r>
          </a:p>
        </p:txBody>
      </p:sp>
      <p:sp>
        <p:nvSpPr>
          <p:cNvPr id="8" name="03">
            <a:extLst xmlns:a="http://schemas.openxmlformats.org/drawingml/2006/main">
              <a:ext uri="{FF2B5EF4-FFF2-40B4-BE49-F238E27FC236}">
                <a16:creationId xmlns:a16="http://schemas.microsoft.com/office/drawing/2014/main" id="{78F261FE-F63A-4C2C-AFBC-B6CDD90B45CE}"/>
              </a:ext>
            </a:extLst>
          </p:cNvPr>
          <p:cNvSpPr>
            <a:spLocks xmlns:a="http://schemas.openxmlformats.org/drawingml/2006/main" noGrp="1"/>
          </p:cNvSpPr>
          <p:nvPr/>
        </p:nvSpPr>
        <p:spPr>
          <a:xfrm xmlns:a="http://schemas.openxmlformats.org/drawingml/2006/main">
            <a:off x="4743450"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CA2352"/>
                </a:solidFill>
                <a:latin typeface="Space Grotesk"/>
                <a:ea typeface="Space Grotesk"/>
                <a:cs typeface="Space Grotesk"/>
              </a:defRPr>
            </a:defPPr>
          </a:lstStyle>
          <a:p xmlns:a="http://schemas.openxmlformats.org/drawingml/2006/main">
            <a:pPr algn="l">
              <a:defRPr sz="1650" b="0">
                <a:solidFill>
                  <a:srgbClr val="CA2352"/>
                </a:solidFill>
                <a:latin typeface="Space Grotesk"/>
                <a:ea typeface="Space Grotesk"/>
                <a:cs typeface="Space Grotesk"/>
              </a:defRPr>
            </a:pPr>
            <a:r>
              <a:rPr sz="1650" b="0">
                <a:solidFill>
                  <a:srgbClr val="CA2352"/>
                </a:solidFill>
                <a:latin typeface="Space Grotesk"/>
                <a:ea typeface="Space Grotesk"/>
                <a:cs typeface="Space Grotesk"/>
              </a:rPr>
              <a:t>03</a:t>
            </a:r>
          </a:p>
        </p:txBody>
      </p:sp>
      <p:sp>
        <p:nvSpPr>
          <p:cNvPr id="9" name="Pipeline">
            <a:extLst xmlns:a="http://schemas.openxmlformats.org/drawingml/2006/main">
              <a:ext uri="{FF2B5EF4-FFF2-40B4-BE49-F238E27FC236}">
                <a16:creationId xmlns:a16="http://schemas.microsoft.com/office/drawing/2014/main" id="{D4613DBF-C0EC-49BA-B2B0-35C1310F3C2F}"/>
              </a:ext>
            </a:extLst>
          </p:cNvPr>
          <p:cNvSpPr>
            <a:spLocks xmlns:a="http://schemas.openxmlformats.org/drawingml/2006/main" noGrp="1"/>
          </p:cNvSpPr>
          <p:nvPr/>
        </p:nvSpPr>
        <p:spPr>
          <a:xfrm xmlns:a="http://schemas.openxmlformats.org/drawingml/2006/main">
            <a:off x="4743450"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Pipeline</a:t>
            </a:r>
          </a:p>
        </p:txBody>
      </p:sp>
      <p:sp>
        <p:nvSpPr>
          <p:cNvPr id="10" name="Scale and predict">
            <a:extLst xmlns:a="http://schemas.openxmlformats.org/drawingml/2006/main">
              <a:ext uri="{FF2B5EF4-FFF2-40B4-BE49-F238E27FC236}">
                <a16:creationId xmlns:a16="http://schemas.microsoft.com/office/drawing/2014/main" id="{8C48E4F3-8E92-4DD9-AA46-5D4ACE80A9B6}"/>
              </a:ext>
            </a:extLst>
          </p:cNvPr>
          <p:cNvSpPr>
            <a:spLocks xmlns:a="http://schemas.openxmlformats.org/drawingml/2006/main" noGrp="1"/>
          </p:cNvSpPr>
          <p:nvPr/>
        </p:nvSpPr>
        <p:spPr>
          <a:xfrm xmlns:a="http://schemas.openxmlformats.org/drawingml/2006/main">
            <a:off x="4743450"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Scale and predict</a:t>
            </a:r>
          </a:p>
        </p:txBody>
      </p:sp>
      <p:sp>
        <p:nvSpPr>
          <p:cNvPr id="11" name="04">
            <a:extLst xmlns:a="http://schemas.openxmlformats.org/drawingml/2006/main">
              <a:ext uri="{FF2B5EF4-FFF2-40B4-BE49-F238E27FC236}">
                <a16:creationId xmlns:a16="http://schemas.microsoft.com/office/drawing/2014/main" id="{55068C97-17AA-40C4-96CB-586877B3267A}"/>
              </a:ext>
            </a:extLst>
          </p:cNvPr>
          <p:cNvSpPr>
            <a:spLocks xmlns:a="http://schemas.openxmlformats.org/drawingml/2006/main" noGrp="1"/>
          </p:cNvSpPr>
          <p:nvPr/>
        </p:nvSpPr>
        <p:spPr>
          <a:xfrm xmlns:a="http://schemas.openxmlformats.org/drawingml/2006/main">
            <a:off x="6886575"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3A64E4"/>
                </a:solidFill>
                <a:latin typeface="Space Grotesk"/>
                <a:ea typeface="Space Grotesk"/>
                <a:cs typeface="Space Grotesk"/>
              </a:defRPr>
            </a:defPPr>
          </a:lstStyle>
          <a:p xmlns:a="http://schemas.openxmlformats.org/drawingml/2006/main">
            <a:pPr algn="l">
              <a:defRPr sz="1650" b="0">
                <a:solidFill>
                  <a:srgbClr val="3A64E4"/>
                </a:solidFill>
                <a:latin typeface="Space Grotesk"/>
                <a:ea typeface="Space Grotesk"/>
                <a:cs typeface="Space Grotesk"/>
              </a:defRPr>
            </a:pPr>
            <a:r>
              <a:rPr sz="1650" b="0">
                <a:solidFill>
                  <a:srgbClr val="3A64E4"/>
                </a:solidFill>
                <a:latin typeface="Space Grotesk"/>
                <a:ea typeface="Space Grotesk"/>
                <a:cs typeface="Space Grotesk"/>
              </a:rPr>
              <a:t>04</a:t>
            </a:r>
          </a:p>
        </p:txBody>
      </p:sp>
      <p:sp>
        <p:nvSpPr>
          <p:cNvPr id="12" name="Response">
            <a:extLst xmlns:a="http://schemas.openxmlformats.org/drawingml/2006/main">
              <a:ext uri="{FF2B5EF4-FFF2-40B4-BE49-F238E27FC236}">
                <a16:creationId xmlns:a16="http://schemas.microsoft.com/office/drawing/2014/main" id="{7F9A8B38-FB3E-4613-9FC7-B3C581EACC80}"/>
              </a:ext>
            </a:extLst>
          </p:cNvPr>
          <p:cNvSpPr>
            <a:spLocks xmlns:a="http://schemas.openxmlformats.org/drawingml/2006/main" noGrp="1"/>
          </p:cNvSpPr>
          <p:nvPr/>
        </p:nvSpPr>
        <p:spPr>
          <a:xfrm xmlns:a="http://schemas.openxmlformats.org/drawingml/2006/main">
            <a:off x="6886575"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Response</a:t>
            </a:r>
          </a:p>
        </p:txBody>
      </p:sp>
      <p:sp>
        <p:nvSpPr>
          <p:cNvPr id="13" name="Digit and version">
            <a:extLst xmlns:a="http://schemas.openxmlformats.org/drawingml/2006/main">
              <a:ext uri="{FF2B5EF4-FFF2-40B4-BE49-F238E27FC236}">
                <a16:creationId xmlns:a16="http://schemas.microsoft.com/office/drawing/2014/main" id="{ED2F252F-D7AA-4493-B210-E4E0A617A99F}"/>
              </a:ext>
            </a:extLst>
          </p:cNvPr>
          <p:cNvSpPr>
            <a:spLocks xmlns:a="http://schemas.openxmlformats.org/drawingml/2006/main" noGrp="1"/>
          </p:cNvSpPr>
          <p:nvPr/>
        </p:nvSpPr>
        <p:spPr>
          <a:xfrm xmlns:a="http://schemas.openxmlformats.org/drawingml/2006/main">
            <a:off x="6886575"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Digit and version</a:t>
            </a:r>
          </a:p>
        </p:txBody>
      </p:sp>
      <p:sp>
        <p:nvSpPr>
          <p:cNvPr id="14" name="The server loads the model once at startup">
            <a:extLst xmlns:a="http://schemas.openxmlformats.org/drawingml/2006/main">
              <a:ext uri="{FF2B5EF4-FFF2-40B4-BE49-F238E27FC236}">
                <a16:creationId xmlns:a16="http://schemas.microsoft.com/office/drawing/2014/main" id="{639BE148-DDFD-4C51-9654-1F5C25DBF228}"/>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The server loads the model once at startup</a:t>
            </a:r>
          </a:p>
        </p:txBody>
      </p:sp>
      <p:sp>
        <p:nvSpPr>
          <p:cNvPr id="15" name="24">
            <a:extLst xmlns:a="http://schemas.openxmlformats.org/drawingml/2006/main">
              <a:ext uri="{FF2B5EF4-FFF2-40B4-BE49-F238E27FC236}">
                <a16:creationId xmlns:a16="http://schemas.microsoft.com/office/drawing/2014/main" id="{68C99333-0209-49A2-80AE-86664DD9A6AF}"/>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24</a:t>
            </a:r>
          </a:p>
        </p:txBody>
      </p:sp>
    </p:spTree>
    <p:extLst>
      <p:ext uri="{BB962C8B-B14F-4D97-AF65-F5344CB8AC3E}">
        <p14:creationId xmlns:p14="http://schemas.microsoft.com/office/powerpoint/2010/main" val="64851087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8" name="Exercise 2: an invalid request">
            <a:extLst xmlns:a="http://schemas.openxmlformats.org/drawingml/2006/main">
              <a:ext uri="{FF2B5EF4-FFF2-40B4-BE49-F238E27FC236}">
                <a16:creationId xmlns:a16="http://schemas.microsoft.com/office/drawing/2014/main" id="{5C235470-616A-4E82-A2EC-516D0FC3B784}"/>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Exercise 2: an invalid request</a:t>
            </a:r>
          </a:p>
        </p:txBody>
      </p:sp>
      <p:sp>
        <p:nvSpPr>
          <p:cNvPr id="2" name="python scripts/traffic.py --mode invalid --count 1">
            <a:extLst xmlns:a="http://schemas.openxmlformats.org/drawingml/2006/main">
              <a:ext uri="{FF2B5EF4-FFF2-40B4-BE49-F238E27FC236}">
                <a16:creationId xmlns:a16="http://schemas.microsoft.com/office/drawing/2014/main" id="{66E2E3AA-84D3-40C2-8199-370B02AC61D3}"/>
              </a:ext>
            </a:extLst>
          </p:cNvPr>
          <p:cNvSpPr>
            <a:spLocks xmlns:a="http://schemas.openxmlformats.org/drawingml/2006/main" noGrp="1"/>
          </p:cNvSpPr>
          <p:nvPr/>
        </p:nvSpPr>
        <p:spPr>
          <a:xfrm xmlns:a="http://schemas.openxmlformats.org/drawingml/2006/main">
            <a:off x="457200" y="14763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3A64E4"/>
                </a:solidFill>
                <a:latin typeface="Space Grotesk"/>
                <a:ea typeface="Space Grotesk"/>
                <a:cs typeface="Space Grotesk"/>
              </a:defRPr>
            </a:defPPr>
          </a:lstStyle>
          <a:p xmlns:a="http://schemas.openxmlformats.org/drawingml/2006/main">
            <a:pPr algn="l">
              <a:defRPr sz="1800" b="0">
                <a:solidFill>
                  <a:srgbClr val="3A64E4"/>
                </a:solidFill>
                <a:latin typeface="Space Grotesk"/>
                <a:ea typeface="Space Grotesk"/>
                <a:cs typeface="Space Grotesk"/>
              </a:defRPr>
            </a:pPr>
            <a:r>
              <a:rPr sz="1800" b="0">
                <a:solidFill>
                  <a:srgbClr val="3A64E4"/>
                </a:solidFill>
                <a:latin typeface="Space Grotesk"/>
                <a:ea typeface="Space Grotesk"/>
                <a:cs typeface="Space Grotesk"/>
              </a:rPr>
              <a:t>python scripts/traffic.py --mode invalid --count 1</a:t>
            </a:r>
          </a:p>
        </p:txBody>
      </p:sp>
      <p:sp>
        <p:nvSpPr>
          <p:cNvPr id="3" name="Read the HTTP response">
            <a:extLst xmlns:a="http://schemas.openxmlformats.org/drawingml/2006/main">
              <a:ext uri="{FF2B5EF4-FFF2-40B4-BE49-F238E27FC236}">
                <a16:creationId xmlns:a16="http://schemas.microsoft.com/office/drawing/2014/main" id="{6352DB11-A3B0-4E0B-9D9C-7F0B1463855A}"/>
              </a:ext>
            </a:extLst>
          </p:cNvPr>
          <p:cNvSpPr>
            <a:spLocks xmlns:a="http://schemas.openxmlformats.org/drawingml/2006/main" noGrp="1"/>
          </p:cNvSpPr>
          <p:nvPr/>
        </p:nvSpPr>
        <p:spPr>
          <a:xfrm xmlns:a="http://schemas.openxmlformats.org/drawingml/2006/main">
            <a:off x="457200" y="22860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Read the HTTP response</a:t>
            </a:r>
          </a:p>
        </p:txBody>
      </p:sp>
      <p:sp>
        <p:nvSpPr>
          <p:cNvPr id="4" name="Check the dashboard error rate">
            <a:extLst xmlns:a="http://schemas.openxmlformats.org/drawingml/2006/main">
              <a:ext uri="{FF2B5EF4-FFF2-40B4-BE49-F238E27FC236}">
                <a16:creationId xmlns:a16="http://schemas.microsoft.com/office/drawing/2014/main" id="{B1FC1F53-8A98-4863-B7FC-39FE4E5EDC58}"/>
              </a:ext>
            </a:extLst>
          </p:cNvPr>
          <p:cNvSpPr>
            <a:spLocks xmlns:a="http://schemas.openxmlformats.org/drawingml/2006/main" noGrp="1"/>
          </p:cNvSpPr>
          <p:nvPr/>
        </p:nvSpPr>
        <p:spPr>
          <a:xfrm xmlns:a="http://schemas.openxmlformats.org/drawingml/2006/main">
            <a:off x="457200" y="2914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Check the dashboard error rate</a:t>
            </a:r>
          </a:p>
        </p:txBody>
      </p:sp>
      <p:sp>
        <p:nvSpPr>
          <p:cNvPr id="5" name="Explain whether the model ran">
            <a:extLst xmlns:a="http://schemas.openxmlformats.org/drawingml/2006/main">
              <a:ext uri="{FF2B5EF4-FFF2-40B4-BE49-F238E27FC236}">
                <a16:creationId xmlns:a16="http://schemas.microsoft.com/office/drawing/2014/main" id="{3374E030-079E-4B50-B9FA-28E361C77A5B}"/>
              </a:ext>
            </a:extLst>
          </p:cNvPr>
          <p:cNvSpPr>
            <a:spLocks xmlns:a="http://schemas.openxmlformats.org/drawingml/2006/main" noGrp="1"/>
          </p:cNvSpPr>
          <p:nvPr/>
        </p:nvSpPr>
        <p:spPr>
          <a:xfrm xmlns:a="http://schemas.openxmlformats.org/drawingml/2006/main">
            <a:off x="457200" y="35433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Explain whether the model ran</a:t>
            </a:r>
          </a:p>
        </p:txBody>
      </p:sp>
      <p:sp>
        <p:nvSpPr>
          <p:cNvPr id="6" name="Expected: HTTP 422. Rejected inputs never reach prediction.">
            <a:extLst xmlns:a="http://schemas.openxmlformats.org/drawingml/2006/main">
              <a:ext uri="{FF2B5EF4-FFF2-40B4-BE49-F238E27FC236}">
                <a16:creationId xmlns:a16="http://schemas.microsoft.com/office/drawing/2014/main" id="{82532E1E-71A3-4AED-972A-D74161EEDFC2}"/>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Expected: HTTP 422. Rejected inputs never reach prediction.</a:t>
            </a:r>
          </a:p>
        </p:txBody>
      </p:sp>
      <p:sp>
        <p:nvSpPr>
          <p:cNvPr id="7" name="25">
            <a:extLst xmlns:a="http://schemas.openxmlformats.org/drawingml/2006/main">
              <a:ext uri="{FF2B5EF4-FFF2-40B4-BE49-F238E27FC236}">
                <a16:creationId xmlns:a16="http://schemas.microsoft.com/office/drawing/2014/main" id="{7DDB647C-E99B-49F2-A2CA-DE7C5FB756A2}"/>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25</a:t>
            </a:r>
          </a:p>
        </p:txBody>
      </p:sp>
    </p:spTree>
    <p:extLst>
      <p:ext uri="{BB962C8B-B14F-4D97-AF65-F5344CB8AC3E}">
        <p14:creationId xmlns:p14="http://schemas.microsoft.com/office/powerpoint/2010/main" val="64851087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2" name="Tests protect the handoff">
            <a:extLst xmlns:a="http://schemas.openxmlformats.org/drawingml/2006/main">
              <a:ext uri="{FF2B5EF4-FFF2-40B4-BE49-F238E27FC236}">
                <a16:creationId xmlns:a16="http://schemas.microsoft.com/office/drawing/2014/main" id="{0A036EC7-535D-4A40-8C61-49A914285AB9}"/>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Tests protect the handoff</a:t>
            </a:r>
          </a:p>
        </p:txBody>
      </p:sp>
      <p:sp>
        <p:nvSpPr>
          <p:cNvPr id="2" name="Quality">
            <a:extLst xmlns:a="http://schemas.openxmlformats.org/drawingml/2006/main">
              <a:ext uri="{FF2B5EF4-FFF2-40B4-BE49-F238E27FC236}">
                <a16:creationId xmlns:a16="http://schemas.microsoft.com/office/drawing/2014/main" id="{8F4F1BC8-9C70-483A-A7F8-DCE4BEED160B}"/>
              </a:ext>
            </a:extLst>
          </p:cNvPr>
          <p:cNvSpPr>
            <a:spLocks xmlns:a="http://schemas.openxmlformats.org/drawingml/2006/main" noGrp="1"/>
          </p:cNvSpPr>
          <p:nvPr/>
        </p:nvSpPr>
        <p:spPr>
          <a:xfrm xmlns:a="http://schemas.openxmlformats.org/drawingml/2006/main">
            <a:off x="457200" y="14859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Quality</a:t>
            </a:r>
          </a:p>
        </p:txBody>
      </p:sp>
      <p:sp>
        <p:nvSpPr>
          <p:cNvPr id="3" name="The model passes its accuracy check">
            <a:extLst xmlns:a="http://schemas.openxmlformats.org/drawingml/2006/main">
              <a:ext uri="{FF2B5EF4-FFF2-40B4-BE49-F238E27FC236}">
                <a16:creationId xmlns:a16="http://schemas.microsoft.com/office/drawing/2014/main" id="{C3BAEE0C-62C8-4211-8FC7-619F84213177}"/>
              </a:ext>
            </a:extLst>
          </p:cNvPr>
          <p:cNvSpPr>
            <a:spLocks xmlns:a="http://schemas.openxmlformats.org/drawingml/2006/main" noGrp="1"/>
          </p:cNvSpPr>
          <p:nvPr/>
        </p:nvSpPr>
        <p:spPr>
          <a:xfrm xmlns:a="http://schemas.openxmlformats.org/drawingml/2006/main">
            <a:off x="3381375" y="14859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The model passes its accuracy check</a:t>
            </a:r>
          </a:p>
        </p:txBody>
      </p:sp>
      <p:sp>
        <p:nvSpPr>
          <p:cNvPr id="4" name="Consistency">
            <a:extLst xmlns:a="http://schemas.openxmlformats.org/drawingml/2006/main">
              <a:ext uri="{FF2B5EF4-FFF2-40B4-BE49-F238E27FC236}">
                <a16:creationId xmlns:a16="http://schemas.microsoft.com/office/drawing/2014/main" id="{1098BCEE-4157-488B-809A-4B7CBCFA839E}"/>
              </a:ext>
            </a:extLst>
          </p:cNvPr>
          <p:cNvSpPr>
            <a:spLocks xmlns:a="http://schemas.openxmlformats.org/drawingml/2006/main" noGrp="1"/>
          </p:cNvSpPr>
          <p:nvPr/>
        </p:nvSpPr>
        <p:spPr>
          <a:xfrm xmlns:a="http://schemas.openxmlformats.org/drawingml/2006/main">
            <a:off x="457200" y="21145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Consistency</a:t>
            </a:r>
          </a:p>
        </p:txBody>
      </p:sp>
      <p:sp>
        <p:nvSpPr>
          <p:cNvPr id="5" name="The API agrees with the notebook result">
            <a:extLst xmlns:a="http://schemas.openxmlformats.org/drawingml/2006/main">
              <a:ext uri="{FF2B5EF4-FFF2-40B4-BE49-F238E27FC236}">
                <a16:creationId xmlns:a16="http://schemas.microsoft.com/office/drawing/2014/main" id="{6EA14A82-A59B-4BA9-9E4C-3F619C2F90F6}"/>
              </a:ext>
            </a:extLst>
          </p:cNvPr>
          <p:cNvSpPr>
            <a:spLocks xmlns:a="http://schemas.openxmlformats.org/drawingml/2006/main" noGrp="1"/>
          </p:cNvSpPr>
          <p:nvPr/>
        </p:nvSpPr>
        <p:spPr>
          <a:xfrm xmlns:a="http://schemas.openxmlformats.org/drawingml/2006/main">
            <a:off x="3381375" y="21145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The API agrees with the notebook result</a:t>
            </a:r>
          </a:p>
        </p:txBody>
      </p:sp>
      <p:sp>
        <p:nvSpPr>
          <p:cNvPr id="6" name="Input rules">
            <a:extLst xmlns:a="http://schemas.openxmlformats.org/drawingml/2006/main">
              <a:ext uri="{FF2B5EF4-FFF2-40B4-BE49-F238E27FC236}">
                <a16:creationId xmlns:a16="http://schemas.microsoft.com/office/drawing/2014/main" id="{36E5028A-8CFA-4062-99A8-7D87C4959453}"/>
              </a:ext>
            </a:extLst>
          </p:cNvPr>
          <p:cNvSpPr>
            <a:spLocks xmlns:a="http://schemas.openxmlformats.org/drawingml/2006/main" noGrp="1"/>
          </p:cNvSpPr>
          <p:nvPr/>
        </p:nvSpPr>
        <p:spPr>
          <a:xfrm xmlns:a="http://schemas.openxmlformats.org/drawingml/2006/main">
            <a:off x="457200" y="27432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Input rules</a:t>
            </a:r>
          </a:p>
        </p:txBody>
      </p:sp>
      <p:sp>
        <p:nvSpPr>
          <p:cNvPr id="7" name="Bad inputs fail before prediction">
            <a:extLst xmlns:a="http://schemas.openxmlformats.org/drawingml/2006/main">
              <a:ext uri="{FF2B5EF4-FFF2-40B4-BE49-F238E27FC236}">
                <a16:creationId xmlns:a16="http://schemas.microsoft.com/office/drawing/2014/main" id="{D9A19132-2096-4B0A-9489-6E9652E3B3C6}"/>
              </a:ext>
            </a:extLst>
          </p:cNvPr>
          <p:cNvSpPr>
            <a:spLocks xmlns:a="http://schemas.openxmlformats.org/drawingml/2006/main" noGrp="1"/>
          </p:cNvSpPr>
          <p:nvPr/>
        </p:nvSpPr>
        <p:spPr>
          <a:xfrm xmlns:a="http://schemas.openxmlformats.org/drawingml/2006/main">
            <a:off x="3381375" y="27432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Bad inputs fail before prediction</a:t>
            </a:r>
          </a:p>
        </p:txBody>
      </p:sp>
      <p:sp>
        <p:nvSpPr>
          <p:cNvPr id="8" name="Startup">
            <a:extLst xmlns:a="http://schemas.openxmlformats.org/drawingml/2006/main">
              <a:ext uri="{FF2B5EF4-FFF2-40B4-BE49-F238E27FC236}">
                <a16:creationId xmlns:a16="http://schemas.microsoft.com/office/drawing/2014/main" id="{60825AD9-4FD2-4935-A281-F63EFDD36687}"/>
              </a:ext>
            </a:extLst>
          </p:cNvPr>
          <p:cNvSpPr>
            <a:spLocks xmlns:a="http://schemas.openxmlformats.org/drawingml/2006/main" noGrp="1"/>
          </p:cNvSpPr>
          <p:nvPr/>
        </p:nvSpPr>
        <p:spPr>
          <a:xfrm xmlns:a="http://schemas.openxmlformats.org/drawingml/2006/main">
            <a:off x="457200" y="33718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Startup</a:t>
            </a:r>
          </a:p>
        </p:txBody>
      </p:sp>
      <p:sp>
        <p:nvSpPr>
          <p:cNvPr id="9" name="The app needs a valid model to start">
            <a:extLst xmlns:a="http://schemas.openxmlformats.org/drawingml/2006/main">
              <a:ext uri="{FF2B5EF4-FFF2-40B4-BE49-F238E27FC236}">
                <a16:creationId xmlns:a16="http://schemas.microsoft.com/office/drawing/2014/main" id="{02C9579F-42C9-4F14-9397-7D131EF9DFEA}"/>
              </a:ext>
            </a:extLst>
          </p:cNvPr>
          <p:cNvSpPr>
            <a:spLocks xmlns:a="http://schemas.openxmlformats.org/drawingml/2006/main" noGrp="1"/>
          </p:cNvSpPr>
          <p:nvPr/>
        </p:nvSpPr>
        <p:spPr>
          <a:xfrm xmlns:a="http://schemas.openxmlformats.org/drawingml/2006/main">
            <a:off x="3381375" y="33718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The app needs a valid model to start</a:t>
            </a:r>
          </a:p>
        </p:txBody>
      </p:sp>
      <p:sp>
        <p:nvSpPr>
          <p:cNvPr id="10" name="python -m pytest -q">
            <a:extLst xmlns:a="http://schemas.openxmlformats.org/drawingml/2006/main">
              <a:ext uri="{FF2B5EF4-FFF2-40B4-BE49-F238E27FC236}">
                <a16:creationId xmlns:a16="http://schemas.microsoft.com/office/drawing/2014/main" id="{51BD6AC3-C228-4881-972D-71EE379493E1}"/>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python -m pytest -q</a:t>
            </a:r>
          </a:p>
        </p:txBody>
      </p:sp>
      <p:sp>
        <p:nvSpPr>
          <p:cNvPr id="11" name="26">
            <a:extLst xmlns:a="http://schemas.openxmlformats.org/drawingml/2006/main">
              <a:ext uri="{FF2B5EF4-FFF2-40B4-BE49-F238E27FC236}">
                <a16:creationId xmlns:a16="http://schemas.microsoft.com/office/drawing/2014/main" id="{606F6605-CE58-4116-A9D5-5252671BFFED}"/>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26</a:t>
            </a:r>
          </a:p>
        </p:txBody>
      </p:sp>
    </p:spTree>
    <p:extLst>
      <p:ext uri="{BB962C8B-B14F-4D97-AF65-F5344CB8AC3E}">
        <p14:creationId xmlns:p14="http://schemas.microsoft.com/office/powerpoint/2010/main" val="64851087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1" name="Docker packages the runtime">
            <a:extLst xmlns:a="http://schemas.openxmlformats.org/drawingml/2006/main">
              <a:ext uri="{FF2B5EF4-FFF2-40B4-BE49-F238E27FC236}">
                <a16:creationId xmlns:a16="http://schemas.microsoft.com/office/drawing/2014/main" id="{96212919-8FF0-4E52-8665-9D999186ABEE}"/>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Docker packages the runtime</a:t>
            </a:r>
          </a:p>
        </p:txBody>
      </p:sp>
      <p:sp>
        <p:nvSpPr>
          <p:cNvPr id="2" name="Build stage">
            <a:extLst xmlns:a="http://schemas.openxmlformats.org/drawingml/2006/main">
              <a:ext uri="{FF2B5EF4-FFF2-40B4-BE49-F238E27FC236}">
                <a16:creationId xmlns:a16="http://schemas.microsoft.com/office/drawing/2014/main" id="{1EB0EF4A-74EE-4D13-BED4-690F507AB9B3}"/>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Build stage</a:t>
            </a:r>
          </a:p>
        </p:txBody>
      </p:sp>
      <p:sp>
        <p:nvSpPr>
          <p:cNvPr id="3" name="Runtime stage">
            <a:extLst xmlns:a="http://schemas.openxmlformats.org/drawingml/2006/main">
              <a:ext uri="{FF2B5EF4-FFF2-40B4-BE49-F238E27FC236}">
                <a16:creationId xmlns:a16="http://schemas.microsoft.com/office/drawing/2014/main" id="{AC2E6715-3202-4DEA-AC6A-1AB5E142C5C3}"/>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Runtime stage</a:t>
            </a:r>
          </a:p>
        </p:txBody>
      </p:sp>
      <p:sp>
        <p:nvSpPr>
          <p:cNvPr id="4" name="Install the required libraries">
            <a:extLst xmlns:a="http://schemas.openxmlformats.org/drawingml/2006/main">
              <a:ext uri="{FF2B5EF4-FFF2-40B4-BE49-F238E27FC236}">
                <a16:creationId xmlns:a16="http://schemas.microsoft.com/office/drawing/2014/main" id="{8B68811A-AFA6-4AB5-BB65-B12612525DCA}"/>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Install the required libraries</a:t>
            </a:r>
          </a:p>
        </p:txBody>
      </p:sp>
      <p:sp>
        <p:nvSpPr>
          <p:cNvPr id="5" name="Train and check accuracy">
            <a:extLst xmlns:a="http://schemas.openxmlformats.org/drawingml/2006/main">
              <a:ext uri="{FF2B5EF4-FFF2-40B4-BE49-F238E27FC236}">
                <a16:creationId xmlns:a16="http://schemas.microsoft.com/office/drawing/2014/main" id="{26CEAA63-77C1-4B52-A03D-A4373491B4EA}"/>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Train and check accuracy</a:t>
            </a:r>
          </a:p>
        </p:txBody>
      </p:sp>
      <p:sp>
        <p:nvSpPr>
          <p:cNvPr id="6" name="Copy the saved model">
            <a:extLst xmlns:a="http://schemas.openxmlformats.org/drawingml/2006/main">
              <a:ext uri="{FF2B5EF4-FFF2-40B4-BE49-F238E27FC236}">
                <a16:creationId xmlns:a16="http://schemas.microsoft.com/office/drawing/2014/main" id="{43A24069-0DD5-4504-B45C-BFC6B31AF459}"/>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Copy the saved model</a:t>
            </a:r>
          </a:p>
        </p:txBody>
      </p:sp>
      <p:sp>
        <p:nvSpPr>
          <p:cNvPr id="7" name="Load the packaged pipeline">
            <a:extLst xmlns:a="http://schemas.openxmlformats.org/drawingml/2006/main">
              <a:ext uri="{FF2B5EF4-FFF2-40B4-BE49-F238E27FC236}">
                <a16:creationId xmlns:a16="http://schemas.microsoft.com/office/drawing/2014/main" id="{881D3687-CC2A-48BA-A36A-4B3A5C5A76CB}"/>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Load the packaged pipeline</a:t>
            </a:r>
          </a:p>
        </p:txBody>
      </p:sp>
      <p:sp>
        <p:nvSpPr>
          <p:cNvPr id="8" name="Serve on the assigned port">
            <a:extLst xmlns:a="http://schemas.openxmlformats.org/drawingml/2006/main">
              <a:ext uri="{FF2B5EF4-FFF2-40B4-BE49-F238E27FC236}">
                <a16:creationId xmlns:a16="http://schemas.microsoft.com/office/drawing/2014/main" id="{CCEBC07F-4FAB-4B3F-B9CC-FD5529F3D69B}"/>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Serve on the assigned port</a:t>
            </a:r>
          </a:p>
        </p:txBody>
      </p:sp>
      <p:sp>
        <p:nvSpPr>
          <p:cNvPr id="9" name="Report readiness at /health">
            <a:extLst xmlns:a="http://schemas.openxmlformats.org/drawingml/2006/main">
              <a:ext uri="{FF2B5EF4-FFF2-40B4-BE49-F238E27FC236}">
                <a16:creationId xmlns:a16="http://schemas.microsoft.com/office/drawing/2014/main" id="{365F5EE9-6FBE-4D93-8BDB-9ED0B4D56C4F}"/>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Report readiness at /health</a:t>
            </a:r>
          </a:p>
        </p:txBody>
      </p:sp>
      <p:sp>
        <p:nvSpPr>
          <p:cNvPr id="10" name="27">
            <a:extLst xmlns:a="http://schemas.openxmlformats.org/drawingml/2006/main">
              <a:ext uri="{FF2B5EF4-FFF2-40B4-BE49-F238E27FC236}">
                <a16:creationId xmlns:a16="http://schemas.microsoft.com/office/drawing/2014/main" id="{8BFB1E30-7819-492A-BA6F-A090F30D3178}"/>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27</a:t>
            </a:r>
          </a:p>
        </p:txBody>
      </p:sp>
    </p:spTree>
    <p:extLst>
      <p:ext uri="{BB962C8B-B14F-4D97-AF65-F5344CB8AC3E}">
        <p14:creationId xmlns:p14="http://schemas.microsoft.com/office/powerpoint/2010/main" val="64851087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 name="03">
            <a:extLst xmlns:a="http://schemas.openxmlformats.org/drawingml/2006/main">
              <a:ext uri="{FF2B5EF4-FFF2-40B4-BE49-F238E27FC236}">
                <a16:creationId xmlns:a16="http://schemas.microsoft.com/office/drawing/2014/main" id="{969DB23E-B565-45EB-B429-3ED6892C628C}"/>
              </a:ext>
            </a:extLst>
          </p:cNvPr>
          <p:cNvSpPr>
            <a:spLocks xmlns:a="http://schemas.openxmlformats.org/drawingml/2006/main" noGrp="1"/>
          </p:cNvSpPr>
          <p:nvPr/>
        </p:nvSpPr>
        <p:spPr>
          <a:xfrm xmlns:a="http://schemas.openxmlformats.org/drawingml/2006/main">
            <a:off x="523875" y="128587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600" b="1">
                <a:solidFill>
                  <a:srgbClr val="CA2352"/>
                </a:solidFill>
                <a:latin typeface="Space Grotesk"/>
                <a:ea typeface="Space Grotesk"/>
                <a:cs typeface="Space Grotesk"/>
              </a:defRPr>
            </a:defPPr>
          </a:lstStyle>
          <a:p xmlns:a="http://schemas.openxmlformats.org/drawingml/2006/main">
            <a:pPr algn="l">
              <a:defRPr sz="3600" b="1">
                <a:solidFill>
                  <a:srgbClr val="CA2352"/>
                </a:solidFill>
                <a:latin typeface="Space Grotesk"/>
                <a:ea typeface="Space Grotesk"/>
                <a:cs typeface="Space Grotesk"/>
              </a:defRPr>
            </a:pPr>
            <a:r>
              <a:rPr sz="3600" b="1">
                <a:solidFill>
                  <a:srgbClr val="CA2352"/>
                </a:solidFill>
                <a:latin typeface="Space Grotesk"/>
                <a:ea typeface="Space Grotesk"/>
                <a:cs typeface="Space Grotesk"/>
              </a:rPr>
              <a:t>03</a:t>
            </a:r>
          </a:p>
        </p:txBody>
      </p:sp>
      <p:sp>
        <p:nvSpPr>
          <p:cNvPr id="2" name="Deploy">
            <a:extLst xmlns:a="http://schemas.openxmlformats.org/drawingml/2006/main">
              <a:ext uri="{FF2B5EF4-FFF2-40B4-BE49-F238E27FC236}">
                <a16:creationId xmlns:a16="http://schemas.microsoft.com/office/drawing/2014/main" id="{83D65564-84A0-458B-8371-CD4C3D7AE578}"/>
              </a:ext>
            </a:extLst>
          </p:cNvPr>
          <p:cNvSpPr>
            <a:spLocks xmlns:a="http://schemas.openxmlformats.org/drawingml/2006/main" noGrp="1"/>
          </p:cNvSpPr>
          <p:nvPr/>
        </p:nvSpPr>
        <p:spPr>
          <a:xfrm xmlns:a="http://schemas.openxmlformats.org/drawingml/2006/main">
            <a:off x="523875" y="2047875"/>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FFFFFF"/>
                </a:solidFill>
                <a:latin typeface="Space Grotesk"/>
                <a:ea typeface="Space Grotesk"/>
                <a:cs typeface="Space Grotesk"/>
              </a:defRPr>
            </a:defPPr>
          </a:lstStyle>
          <a:p xmlns:a="http://schemas.openxmlformats.org/drawingml/2006/main">
            <a:pPr algn="l">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Deploy</a:t>
            </a:r>
          </a:p>
        </p:txBody>
      </p:sp>
      <p:sp>
        <p:nvSpPr>
          <p:cNvPr id="3" name="A separate service with a public URL">
            <a:extLst xmlns:a="http://schemas.openxmlformats.org/drawingml/2006/main">
              <a:ext uri="{FF2B5EF4-FFF2-40B4-BE49-F238E27FC236}">
                <a16:creationId xmlns:a16="http://schemas.microsoft.com/office/drawing/2014/main" id="{3FCF1E79-7BB9-4170-B714-775DADFF97FA}"/>
              </a:ext>
            </a:extLst>
          </p:cNvPr>
          <p:cNvSpPr>
            <a:spLocks xmlns:a="http://schemas.openxmlformats.org/drawingml/2006/main" noGrp="1"/>
          </p:cNvSpPr>
          <p:nvPr/>
        </p:nvSpPr>
        <p:spPr>
          <a:xfrm xmlns:a="http://schemas.openxmlformats.org/drawingml/2006/main">
            <a:off x="523875" y="30861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B8C4CC"/>
                </a:solidFill>
                <a:latin typeface="Space Grotesk"/>
                <a:ea typeface="Space Grotesk"/>
                <a:cs typeface="Space Grotesk"/>
              </a:defRPr>
            </a:defPPr>
          </a:lstStyle>
          <a:p xmlns:a="http://schemas.openxmlformats.org/drawingml/2006/main">
            <a:pPr algn="l">
              <a:defRPr sz="2100" b="0">
                <a:solidFill>
                  <a:srgbClr val="B8C4CC"/>
                </a:solidFill>
                <a:latin typeface="Space Grotesk"/>
                <a:ea typeface="Space Grotesk"/>
                <a:cs typeface="Space Grotesk"/>
              </a:defRPr>
            </a:pPr>
            <a:r>
              <a:rPr sz="2100" b="0">
                <a:solidFill>
                  <a:srgbClr val="B8C4CC"/>
                </a:solidFill>
                <a:latin typeface="Space Grotesk"/>
                <a:ea typeface="Space Grotesk"/>
                <a:cs typeface="Space Grotesk"/>
              </a:rPr>
              <a:t>A separate service with a public URL</a:t>
            </a:r>
          </a:p>
        </p:txBody>
      </p:sp>
      <p:sp>
        <p:nvSpPr>
          <p:cNvPr id="4" name="28">
            <a:extLst xmlns:a="http://schemas.openxmlformats.org/drawingml/2006/main">
              <a:ext uri="{FF2B5EF4-FFF2-40B4-BE49-F238E27FC236}">
                <a16:creationId xmlns:a16="http://schemas.microsoft.com/office/drawing/2014/main" id="{7089709C-C974-4F7D-996C-C2D841CB86D2}"/>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28</a:t>
            </a:r>
          </a:p>
        </p:txBody>
      </p:sp>
    </p:spTree>
    <p:extLst>
      <p:ext uri="{BB962C8B-B14F-4D97-AF65-F5344CB8AC3E}">
        <p14:creationId xmlns:p14="http://schemas.microsoft.com/office/powerpoint/2010/main" val="64851087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1" name="Two places the app can run">
            <a:extLst xmlns:a="http://schemas.openxmlformats.org/drawingml/2006/main">
              <a:ext uri="{FF2B5EF4-FFF2-40B4-BE49-F238E27FC236}">
                <a16:creationId xmlns:a16="http://schemas.microsoft.com/office/drawing/2014/main" id="{27EF5E0B-F95E-4B60-AA63-089412721BA3}"/>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Two places the app can run</a:t>
            </a:r>
          </a:p>
        </p:txBody>
      </p:sp>
      <p:sp>
        <p:nvSpPr>
          <p:cNvPr id="2" name="GitHub Codespaces">
            <a:extLst xmlns:a="http://schemas.openxmlformats.org/drawingml/2006/main">
              <a:ext uri="{FF2B5EF4-FFF2-40B4-BE49-F238E27FC236}">
                <a16:creationId xmlns:a16="http://schemas.microsoft.com/office/drawing/2014/main" id="{4340279F-A450-48C9-822F-7C1B6C90F8F0}"/>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GitHub Codespaces</a:t>
            </a:r>
          </a:p>
        </p:txBody>
      </p:sp>
      <p:sp>
        <p:nvSpPr>
          <p:cNvPr id="3" name="Render web service">
            <a:extLst xmlns:a="http://schemas.openxmlformats.org/drawingml/2006/main">
              <a:ext uri="{FF2B5EF4-FFF2-40B4-BE49-F238E27FC236}">
                <a16:creationId xmlns:a16="http://schemas.microsoft.com/office/drawing/2014/main" id="{9DFCEEB8-C8BE-4F36-B3E9-0CF68FE4B071}"/>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Render web service</a:t>
            </a:r>
          </a:p>
        </p:txBody>
      </p:sp>
      <p:sp>
        <p:nvSpPr>
          <p:cNvPr id="4" name="Your development workspace">
            <a:extLst xmlns:a="http://schemas.openxmlformats.org/drawingml/2006/main">
              <a:ext uri="{FF2B5EF4-FFF2-40B4-BE49-F238E27FC236}">
                <a16:creationId xmlns:a16="http://schemas.microsoft.com/office/drawing/2014/main" id="{6A7FD6EA-C2C2-4966-9207-A3C3AF970242}"/>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Your development workspace</a:t>
            </a:r>
          </a:p>
        </p:txBody>
      </p:sp>
      <p:sp>
        <p:nvSpPr>
          <p:cNvPr id="5" name="A forwarded port exposes the app">
            <a:extLst xmlns:a="http://schemas.openxmlformats.org/drawingml/2006/main">
              <a:ext uri="{FF2B5EF4-FFF2-40B4-BE49-F238E27FC236}">
                <a16:creationId xmlns:a16="http://schemas.microsoft.com/office/drawing/2014/main" id="{A7AB11AE-EABF-4F5D-B547-0274E305E063}"/>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A forwarded port exposes the app</a:t>
            </a:r>
          </a:p>
        </p:txBody>
      </p:sp>
      <p:sp>
        <p:nvSpPr>
          <p:cNvPr id="6" name="Stops serving when the process stops">
            <a:extLst xmlns:a="http://schemas.openxmlformats.org/drawingml/2006/main">
              <a:ext uri="{FF2B5EF4-FFF2-40B4-BE49-F238E27FC236}">
                <a16:creationId xmlns:a16="http://schemas.microsoft.com/office/drawing/2014/main" id="{1538CB86-2189-45EB-ABE6-99E968349241}"/>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Stops serving when the process stops</a:t>
            </a:r>
          </a:p>
        </p:txBody>
      </p:sp>
      <p:sp>
        <p:nvSpPr>
          <p:cNvPr id="7" name="Builds the repository's Docker image">
            <a:extLst xmlns:a="http://schemas.openxmlformats.org/drawingml/2006/main">
              <a:ext uri="{FF2B5EF4-FFF2-40B4-BE49-F238E27FC236}">
                <a16:creationId xmlns:a16="http://schemas.microsoft.com/office/drawing/2014/main" id="{9E205F6E-2BAF-4514-B41D-BD0878B7F2D2}"/>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Builds the repository's Docker image</a:t>
            </a:r>
          </a:p>
        </p:txBody>
      </p:sp>
      <p:sp>
        <p:nvSpPr>
          <p:cNvPr id="8" name="Runs separately from the Codespace">
            <a:extLst xmlns:a="http://schemas.openxmlformats.org/drawingml/2006/main">
              <a:ext uri="{FF2B5EF4-FFF2-40B4-BE49-F238E27FC236}">
                <a16:creationId xmlns:a16="http://schemas.microsoft.com/office/drawing/2014/main" id="{ECE2D373-4029-4CCF-A217-597B9B5CC76D}"/>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Runs separately from the Codespace</a:t>
            </a:r>
          </a:p>
        </p:txBody>
      </p:sp>
      <p:sp>
        <p:nvSpPr>
          <p:cNvPr id="9" name="Provides a shared HTTPS address">
            <a:extLst xmlns:a="http://schemas.openxmlformats.org/drawingml/2006/main">
              <a:ext uri="{FF2B5EF4-FFF2-40B4-BE49-F238E27FC236}">
                <a16:creationId xmlns:a16="http://schemas.microsoft.com/office/drawing/2014/main" id="{6612AAED-DFD8-427A-805F-BBE49C425C18}"/>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Provides a shared HTTPS address</a:t>
            </a:r>
          </a:p>
        </p:txBody>
      </p:sp>
      <p:sp>
        <p:nvSpPr>
          <p:cNvPr id="10" name="29">
            <a:extLst xmlns:a="http://schemas.openxmlformats.org/drawingml/2006/main">
              <a:ext uri="{FF2B5EF4-FFF2-40B4-BE49-F238E27FC236}">
                <a16:creationId xmlns:a16="http://schemas.microsoft.com/office/drawing/2014/main" id="{70715525-7F1B-45A9-843F-EA1521BC82FF}"/>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29</a:t>
            </a:r>
          </a:p>
        </p:txBody>
      </p:sp>
    </p:spTree>
    <p:extLst>
      <p:ext uri="{BB962C8B-B14F-4D97-AF65-F5344CB8AC3E}">
        <p14:creationId xmlns:p14="http://schemas.microsoft.com/office/powerpoint/2010/main" val="64851087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2" name="The live deployment">
            <a:extLst xmlns:a="http://schemas.openxmlformats.org/drawingml/2006/main">
              <a:ext uri="{FF2B5EF4-FFF2-40B4-BE49-F238E27FC236}">
                <a16:creationId xmlns:a16="http://schemas.microsoft.com/office/drawing/2014/main" id="{866B5C30-5520-45F2-A775-21FDE5DC7150}"/>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The live deployment</a:t>
            </a:r>
          </a:p>
        </p:txBody>
      </p:sp>
      <p:sp>
        <p:nvSpPr>
          <p:cNvPr id="2" name="1">
            <a:extLst xmlns:a="http://schemas.openxmlformats.org/drawingml/2006/main">
              <a:ext uri="{FF2B5EF4-FFF2-40B4-BE49-F238E27FC236}">
                <a16:creationId xmlns:a16="http://schemas.microsoft.com/office/drawing/2014/main" id="{8D4CD344-AEDF-4106-A2D3-BD62925CFB9D}"/>
              </a:ext>
            </a:extLst>
          </p:cNvPr>
          <p:cNvSpPr>
            <a:spLocks xmlns:a="http://schemas.openxmlformats.org/drawingml/2006/main" noGrp="1"/>
          </p:cNvSpPr>
          <p:nvPr/>
        </p:nvSpPr>
        <p:spPr>
          <a:xfrm xmlns:a="http://schemas.openxmlformats.org/drawingml/2006/main">
            <a:off x="457200" y="14859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1</a:t>
            </a:r>
          </a:p>
        </p:txBody>
      </p:sp>
      <p:sp>
        <p:nvSpPr>
          <p:cNvPr id="3" name="Connect the workshop repository to Render">
            <a:extLst xmlns:a="http://schemas.openxmlformats.org/drawingml/2006/main">
              <a:ext uri="{FF2B5EF4-FFF2-40B4-BE49-F238E27FC236}">
                <a16:creationId xmlns:a16="http://schemas.microsoft.com/office/drawing/2014/main" id="{0FECFEA4-B6B8-4CDD-BFC3-A4E232F1F9E1}"/>
              </a:ext>
            </a:extLst>
          </p:cNvPr>
          <p:cNvSpPr>
            <a:spLocks xmlns:a="http://schemas.openxmlformats.org/drawingml/2006/main" noGrp="1"/>
          </p:cNvSpPr>
          <p:nvPr/>
        </p:nvSpPr>
        <p:spPr>
          <a:xfrm xmlns:a="http://schemas.openxmlformats.org/drawingml/2006/main">
            <a:off x="3381375" y="14859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Connect the workshop repository to Render</a:t>
            </a:r>
          </a:p>
        </p:txBody>
      </p:sp>
      <p:sp>
        <p:nvSpPr>
          <p:cNvPr id="4" name="2">
            <a:extLst xmlns:a="http://schemas.openxmlformats.org/drawingml/2006/main">
              <a:ext uri="{FF2B5EF4-FFF2-40B4-BE49-F238E27FC236}">
                <a16:creationId xmlns:a16="http://schemas.microsoft.com/office/drawing/2014/main" id="{12DA09F2-FB2B-4D5A-8B08-8B86122517AF}"/>
              </a:ext>
            </a:extLst>
          </p:cNvPr>
          <p:cNvSpPr>
            <a:spLocks xmlns:a="http://schemas.openxmlformats.org/drawingml/2006/main" noGrp="1"/>
          </p:cNvSpPr>
          <p:nvPr/>
        </p:nvSpPr>
        <p:spPr>
          <a:xfrm xmlns:a="http://schemas.openxmlformats.org/drawingml/2006/main">
            <a:off x="457200" y="21145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2</a:t>
            </a:r>
          </a:p>
        </p:txBody>
      </p:sp>
      <p:sp>
        <p:nvSpPr>
          <p:cNvPr id="5" name="Build the Docker service from render.yaml">
            <a:extLst xmlns:a="http://schemas.openxmlformats.org/drawingml/2006/main">
              <a:ext uri="{FF2B5EF4-FFF2-40B4-BE49-F238E27FC236}">
                <a16:creationId xmlns:a16="http://schemas.microsoft.com/office/drawing/2014/main" id="{F471C6C0-0779-4134-9FF4-CC35A3E46EEA}"/>
              </a:ext>
            </a:extLst>
          </p:cNvPr>
          <p:cNvSpPr>
            <a:spLocks xmlns:a="http://schemas.openxmlformats.org/drawingml/2006/main" noGrp="1"/>
          </p:cNvSpPr>
          <p:nvPr/>
        </p:nvSpPr>
        <p:spPr>
          <a:xfrm xmlns:a="http://schemas.openxmlformats.org/drawingml/2006/main">
            <a:off x="3381375" y="21145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Build the Docker service from render.yaml</a:t>
            </a:r>
          </a:p>
        </p:txBody>
      </p:sp>
      <p:sp>
        <p:nvSpPr>
          <p:cNvPr id="6" name="3">
            <a:extLst xmlns:a="http://schemas.openxmlformats.org/drawingml/2006/main">
              <a:ext uri="{FF2B5EF4-FFF2-40B4-BE49-F238E27FC236}">
                <a16:creationId xmlns:a16="http://schemas.microsoft.com/office/drawing/2014/main" id="{E39D538A-8BA4-4036-A78F-BFBCB39FD818}"/>
              </a:ext>
            </a:extLst>
          </p:cNvPr>
          <p:cNvSpPr>
            <a:spLocks xmlns:a="http://schemas.openxmlformats.org/drawingml/2006/main" noGrp="1"/>
          </p:cNvSpPr>
          <p:nvPr/>
        </p:nvSpPr>
        <p:spPr>
          <a:xfrm xmlns:a="http://schemas.openxmlformats.org/drawingml/2006/main">
            <a:off x="457200" y="27432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3</a:t>
            </a:r>
          </a:p>
        </p:txBody>
      </p:sp>
      <p:sp>
        <p:nvSpPr>
          <p:cNvPr id="7" name="Wait for /health to pass">
            <a:extLst xmlns:a="http://schemas.openxmlformats.org/drawingml/2006/main">
              <a:ext uri="{FF2B5EF4-FFF2-40B4-BE49-F238E27FC236}">
                <a16:creationId xmlns:a16="http://schemas.microsoft.com/office/drawing/2014/main" id="{AA0EF020-1C79-47CE-B473-A3741D15B59D}"/>
              </a:ext>
            </a:extLst>
          </p:cNvPr>
          <p:cNvSpPr>
            <a:spLocks xmlns:a="http://schemas.openxmlformats.org/drawingml/2006/main" noGrp="1"/>
          </p:cNvSpPr>
          <p:nvPr/>
        </p:nvSpPr>
        <p:spPr>
          <a:xfrm xmlns:a="http://schemas.openxmlformats.org/drawingml/2006/main">
            <a:off x="3381375" y="27432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Wait for /health to pass</a:t>
            </a:r>
          </a:p>
        </p:txBody>
      </p:sp>
      <p:sp>
        <p:nvSpPr>
          <p:cNvPr id="8" name="4">
            <a:extLst xmlns:a="http://schemas.openxmlformats.org/drawingml/2006/main">
              <a:ext uri="{FF2B5EF4-FFF2-40B4-BE49-F238E27FC236}">
                <a16:creationId xmlns:a16="http://schemas.microsoft.com/office/drawing/2014/main" id="{E02D481D-3369-4C21-95AB-3897EEF4DCD0}"/>
              </a:ext>
            </a:extLst>
          </p:cNvPr>
          <p:cNvSpPr>
            <a:spLocks xmlns:a="http://schemas.openxmlformats.org/drawingml/2006/main" noGrp="1"/>
          </p:cNvSpPr>
          <p:nvPr/>
        </p:nvSpPr>
        <p:spPr>
          <a:xfrm xmlns:a="http://schemas.openxmlformats.org/drawingml/2006/main">
            <a:off x="457200" y="33718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4</a:t>
            </a:r>
          </a:p>
        </p:txBody>
      </p:sp>
      <p:sp>
        <p:nvSpPr>
          <p:cNvPr id="9" name="Open the public URL and make a prediction">
            <a:extLst xmlns:a="http://schemas.openxmlformats.org/drawingml/2006/main">
              <a:ext uri="{FF2B5EF4-FFF2-40B4-BE49-F238E27FC236}">
                <a16:creationId xmlns:a16="http://schemas.microsoft.com/office/drawing/2014/main" id="{9B831217-5AA1-416B-B6FA-9B961F4B6F29}"/>
              </a:ext>
            </a:extLst>
          </p:cNvPr>
          <p:cNvSpPr>
            <a:spLocks xmlns:a="http://schemas.openxmlformats.org/drawingml/2006/main" noGrp="1"/>
          </p:cNvSpPr>
          <p:nvPr/>
        </p:nvSpPr>
        <p:spPr>
          <a:xfrm xmlns:a="http://schemas.openxmlformats.org/drawingml/2006/main">
            <a:off x="3381375" y="33718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Open the public URL and make a prediction</a:t>
            </a:r>
          </a:p>
        </p:txBody>
      </p:sp>
      <p:sp>
        <p:nvSpPr>
          <p:cNvPr id="10" name="One instructor account. The whole room can try the deployed ">
            <a:extLst xmlns:a="http://schemas.openxmlformats.org/drawingml/2006/main">
              <a:ext uri="{FF2B5EF4-FFF2-40B4-BE49-F238E27FC236}">
                <a16:creationId xmlns:a16="http://schemas.microsoft.com/office/drawing/2014/main" id="{5A21C1F2-3003-41CB-A6ED-BC9E83050D2B}"/>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One instructor account. The whole room can try the deployed app.</a:t>
            </a:r>
          </a:p>
        </p:txBody>
      </p:sp>
      <p:sp>
        <p:nvSpPr>
          <p:cNvPr id="11" name="30">
            <a:extLst xmlns:a="http://schemas.openxmlformats.org/drawingml/2006/main">
              <a:ext uri="{FF2B5EF4-FFF2-40B4-BE49-F238E27FC236}">
                <a16:creationId xmlns:a16="http://schemas.microsoft.com/office/drawing/2014/main" id="{F2FFD170-C5DF-43F6-B3BE-E21DBEC6DBDC}"/>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30</a:t>
            </a:r>
          </a:p>
        </p:txBody>
      </p:sp>
    </p:spTree>
    <p:extLst>
      <p:ext uri="{BB962C8B-B14F-4D97-AF65-F5344CB8AC3E}">
        <p14:creationId xmlns:p14="http://schemas.microsoft.com/office/powerpoint/2010/main" val="648510871"/>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 name="Deployment needs a working request">
            <a:extLst xmlns:a="http://schemas.openxmlformats.org/drawingml/2006/main">
              <a:ext uri="{FF2B5EF4-FFF2-40B4-BE49-F238E27FC236}">
                <a16:creationId xmlns:a16="http://schemas.microsoft.com/office/drawing/2014/main" id="{7597CBED-EDD4-48FD-A190-9479898E3830}"/>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Deployment needs a working request</a:t>
            </a:r>
          </a:p>
        </p:txBody>
      </p:sp>
      <p:sp>
        <p:nvSpPr>
          <p:cNvPr id="2" name="python scripts/smoke.py \&#10;  --url https://YOUR-SERVICE.onren">
            <a:extLst xmlns:a="http://schemas.openxmlformats.org/drawingml/2006/main">
              <a:ext uri="{FF2B5EF4-FFF2-40B4-BE49-F238E27FC236}">
                <a16:creationId xmlns:a16="http://schemas.microsoft.com/office/drawing/2014/main" id="{9188D7DE-2875-4977-B739-6287FB7CBEA2}"/>
              </a:ext>
            </a:extLst>
          </p:cNvPr>
          <p:cNvSpPr>
            <a:spLocks xmlns:a="http://schemas.openxmlformats.org/drawingml/2006/main" noGrp="1"/>
          </p:cNvSpPr>
          <p:nvPr/>
        </p:nvSpPr>
        <p:spPr>
          <a:xfrm xmlns:a="http://schemas.openxmlformats.org/drawingml/2006/main">
            <a:off x="523875" y="1495425"/>
            <a:ext cx="8096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3A64E4"/>
                </a:solidFill>
                <a:latin typeface="Space Grotesk"/>
                <a:ea typeface="Space Grotesk"/>
                <a:cs typeface="Space Grotesk"/>
              </a:defRPr>
            </a:defPPr>
          </a:lstStyle>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python scripts/smoke.py \</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  --url https://YOUR-SERVICE.onrender.com</a:t>
            </a:r>
          </a:p>
          <a:p xmlns:a="http://schemas.openxmlformats.org/drawingml/2006/main">
            <a:r>
              <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GET  /health     ready + model version</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POST /predict    expected digit</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POST /predict    422 for invalid input</a:t>
            </a:r>
          </a:p>
          <a:p xmlns:a="http://schemas.openxmlformats.org/drawingml/2006/main">
            <a:pPr algn="l">
              <a:defRPr sz="1725" b="0">
                <a:solidFill>
                  <a:srgbClr val="3A64E4"/>
                </a:solidFill>
                <a:latin typeface="Space Grotesk"/>
                <a:ea typeface="Space Grotesk"/>
                <a:cs typeface="Space Grotesk"/>
              </a:defRPr>
            </a:pPr>
            <a:r>
              <a:rPr sz="1725" b="0">
                <a:solidFill>
                  <a:srgbClr val="3A64E4"/>
                </a:solidFill>
                <a:latin typeface="Space Grotesk"/>
                <a:ea typeface="Space Grotesk"/>
                <a:cs typeface="Space Grotesk"/>
              </a:rPr>
              <a:t>GET  /stats      requests recorded</a:t>
            </a:r>
          </a:p>
        </p:txBody>
      </p:sp>
      <p:sp>
        <p:nvSpPr>
          <p:cNvPr id="3" name="If the build is delayed, use the prepared service or Codespa">
            <a:extLst xmlns:a="http://schemas.openxmlformats.org/drawingml/2006/main">
              <a:ext uri="{FF2B5EF4-FFF2-40B4-BE49-F238E27FC236}">
                <a16:creationId xmlns:a16="http://schemas.microsoft.com/office/drawing/2014/main" id="{44CDEF2A-2E51-458E-AAD8-EA81D3C3AC88}"/>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If the build is delayed, use the prepared service or Codespaces fallback</a:t>
            </a:r>
          </a:p>
        </p:txBody>
      </p:sp>
      <p:sp>
        <p:nvSpPr>
          <p:cNvPr id="4" name="31">
            <a:extLst xmlns:a="http://schemas.openxmlformats.org/drawingml/2006/main">
              <a:ext uri="{FF2B5EF4-FFF2-40B4-BE49-F238E27FC236}">
                <a16:creationId xmlns:a16="http://schemas.microsoft.com/office/drawing/2014/main" id="{58CC2D80-0C29-485F-9F0D-B67BF61A1A78}"/>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31</a:t>
            </a:r>
          </a:p>
        </p:txBody>
      </p:sp>
    </p:spTree>
    <p:extLst>
      <p:ext uri="{BB962C8B-B14F-4D97-AF65-F5344CB8AC3E}">
        <p14:creationId xmlns:p14="http://schemas.microsoft.com/office/powerpoint/2010/main" val="64851087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5" name="04">
            <a:extLst xmlns:a="http://schemas.openxmlformats.org/drawingml/2006/main">
              <a:ext uri="{FF2B5EF4-FFF2-40B4-BE49-F238E27FC236}">
                <a16:creationId xmlns:a16="http://schemas.microsoft.com/office/drawing/2014/main" id="{E99B621C-1540-426C-A511-A5EFA7C55BBC}"/>
              </a:ext>
            </a:extLst>
          </p:cNvPr>
          <p:cNvSpPr>
            <a:spLocks xmlns:a="http://schemas.openxmlformats.org/drawingml/2006/main" noGrp="1"/>
          </p:cNvSpPr>
          <p:nvPr/>
        </p:nvSpPr>
        <p:spPr>
          <a:xfrm xmlns:a="http://schemas.openxmlformats.org/drawingml/2006/main">
            <a:off x="523875" y="128587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600" b="1">
                <a:solidFill>
                  <a:srgbClr val="CA2352"/>
                </a:solidFill>
                <a:latin typeface="Space Grotesk"/>
                <a:ea typeface="Space Grotesk"/>
                <a:cs typeface="Space Grotesk"/>
              </a:defRPr>
            </a:defPPr>
          </a:lstStyle>
          <a:p xmlns:a="http://schemas.openxmlformats.org/drawingml/2006/main">
            <a:pPr algn="l">
              <a:defRPr sz="3600" b="1">
                <a:solidFill>
                  <a:srgbClr val="CA2352"/>
                </a:solidFill>
                <a:latin typeface="Space Grotesk"/>
                <a:ea typeface="Space Grotesk"/>
                <a:cs typeface="Space Grotesk"/>
              </a:defRPr>
            </a:pPr>
            <a:r>
              <a:rPr sz="3600" b="1">
                <a:solidFill>
                  <a:srgbClr val="CA2352"/>
                </a:solidFill>
                <a:latin typeface="Space Grotesk"/>
                <a:ea typeface="Space Grotesk"/>
                <a:cs typeface="Space Grotesk"/>
              </a:rPr>
              <a:t>04</a:t>
            </a:r>
          </a:p>
        </p:txBody>
      </p:sp>
      <p:sp>
        <p:nvSpPr>
          <p:cNvPr id="2" name="Monitor">
            <a:extLst xmlns:a="http://schemas.openxmlformats.org/drawingml/2006/main">
              <a:ext uri="{FF2B5EF4-FFF2-40B4-BE49-F238E27FC236}">
                <a16:creationId xmlns:a16="http://schemas.microsoft.com/office/drawing/2014/main" id="{0D4FB106-8D5A-4B5A-9A24-0ED886836B33}"/>
              </a:ext>
            </a:extLst>
          </p:cNvPr>
          <p:cNvSpPr>
            <a:spLocks xmlns:a="http://schemas.openxmlformats.org/drawingml/2006/main" noGrp="1"/>
          </p:cNvSpPr>
          <p:nvPr/>
        </p:nvSpPr>
        <p:spPr>
          <a:xfrm xmlns:a="http://schemas.openxmlformats.org/drawingml/2006/main">
            <a:off x="523875" y="2047875"/>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200" b="1">
                <a:solidFill>
                  <a:srgbClr val="FFFFFF"/>
                </a:solidFill>
                <a:latin typeface="Space Grotesk"/>
                <a:ea typeface="Space Grotesk"/>
                <a:cs typeface="Space Grotesk"/>
              </a:defRPr>
            </a:defPPr>
          </a:lstStyle>
          <a:p xmlns:a="http://schemas.openxmlformats.org/drawingml/2006/main">
            <a:pPr algn="l">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Monitor</a:t>
            </a:r>
          </a:p>
        </p:txBody>
      </p:sp>
      <p:sp>
        <p:nvSpPr>
          <p:cNvPr id="3" name="A running server can still make bad predictions">
            <a:extLst xmlns:a="http://schemas.openxmlformats.org/drawingml/2006/main">
              <a:ext uri="{FF2B5EF4-FFF2-40B4-BE49-F238E27FC236}">
                <a16:creationId xmlns:a16="http://schemas.microsoft.com/office/drawing/2014/main" id="{F141156F-C302-456D-AA03-B19DC4EF72A8}"/>
              </a:ext>
            </a:extLst>
          </p:cNvPr>
          <p:cNvSpPr>
            <a:spLocks xmlns:a="http://schemas.openxmlformats.org/drawingml/2006/main" noGrp="1"/>
          </p:cNvSpPr>
          <p:nvPr/>
        </p:nvSpPr>
        <p:spPr>
          <a:xfrm xmlns:a="http://schemas.openxmlformats.org/drawingml/2006/main">
            <a:off x="523875" y="30861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B8C4CC"/>
                </a:solidFill>
                <a:latin typeface="Space Grotesk"/>
                <a:ea typeface="Space Grotesk"/>
                <a:cs typeface="Space Grotesk"/>
              </a:defRPr>
            </a:defPPr>
          </a:lstStyle>
          <a:p xmlns:a="http://schemas.openxmlformats.org/drawingml/2006/main">
            <a:pPr algn="l">
              <a:defRPr sz="2100" b="0">
                <a:solidFill>
                  <a:srgbClr val="B8C4CC"/>
                </a:solidFill>
                <a:latin typeface="Space Grotesk"/>
                <a:ea typeface="Space Grotesk"/>
                <a:cs typeface="Space Grotesk"/>
              </a:defRPr>
            </a:pPr>
            <a:r>
              <a:rPr sz="2100" b="0">
                <a:solidFill>
                  <a:srgbClr val="B8C4CC"/>
                </a:solidFill>
                <a:latin typeface="Space Grotesk"/>
                <a:ea typeface="Space Grotesk"/>
                <a:cs typeface="Space Grotesk"/>
              </a:rPr>
              <a:t>A running server can still make bad predictions</a:t>
            </a:r>
          </a:p>
        </p:txBody>
      </p:sp>
      <p:sp>
        <p:nvSpPr>
          <p:cNvPr id="4" name="32">
            <a:extLst xmlns:a="http://schemas.openxmlformats.org/drawingml/2006/main">
              <a:ext uri="{FF2B5EF4-FFF2-40B4-BE49-F238E27FC236}">
                <a16:creationId xmlns:a16="http://schemas.microsoft.com/office/drawing/2014/main" id="{6AEC82A9-B7BB-44B2-BB5D-88135EB1B9A0}"/>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32</a:t>
            </a:r>
          </a:p>
        </p:txBody>
      </p:sp>
    </p:spTree>
    <p:extLst>
      <p:ext uri="{BB962C8B-B14F-4D97-AF65-F5344CB8AC3E}">
        <p14:creationId xmlns:p14="http://schemas.microsoft.com/office/powerpoint/2010/main" val="64851087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2" name="Signals we can observe now">
            <a:extLst xmlns:a="http://schemas.openxmlformats.org/drawingml/2006/main">
              <a:ext uri="{FF2B5EF4-FFF2-40B4-BE49-F238E27FC236}">
                <a16:creationId xmlns:a16="http://schemas.microsoft.com/office/drawing/2014/main" id="{FA151AF4-8918-42AA-A2E9-4B810382A95D}"/>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Signals we can observe now</a:t>
            </a:r>
          </a:p>
        </p:txBody>
      </p:sp>
      <p:sp>
        <p:nvSpPr>
          <p:cNvPr id="2" name="Requests and errors">
            <a:extLst xmlns:a="http://schemas.openxmlformats.org/drawingml/2006/main">
              <a:ext uri="{FF2B5EF4-FFF2-40B4-BE49-F238E27FC236}">
                <a16:creationId xmlns:a16="http://schemas.microsoft.com/office/drawing/2014/main" id="{E2609CB6-D32E-4BC1-8FB1-5EEC8F8A5379}"/>
              </a:ext>
            </a:extLst>
          </p:cNvPr>
          <p:cNvSpPr>
            <a:spLocks xmlns:a="http://schemas.openxmlformats.org/drawingml/2006/main" noGrp="1"/>
          </p:cNvSpPr>
          <p:nvPr/>
        </p:nvSpPr>
        <p:spPr>
          <a:xfrm xmlns:a="http://schemas.openxmlformats.org/drawingml/2006/main">
            <a:off x="457200" y="14859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Requests and errors</a:t>
            </a:r>
          </a:p>
        </p:txBody>
      </p:sp>
      <p:sp>
        <p:nvSpPr>
          <p:cNvPr id="3" name="Did the service accept the input?">
            <a:extLst xmlns:a="http://schemas.openxmlformats.org/drawingml/2006/main">
              <a:ext uri="{FF2B5EF4-FFF2-40B4-BE49-F238E27FC236}">
                <a16:creationId xmlns:a16="http://schemas.microsoft.com/office/drawing/2014/main" id="{7274E31F-EFED-4F78-9E5C-4E3E98347511}"/>
              </a:ext>
            </a:extLst>
          </p:cNvPr>
          <p:cNvSpPr>
            <a:spLocks xmlns:a="http://schemas.openxmlformats.org/drawingml/2006/main" noGrp="1"/>
          </p:cNvSpPr>
          <p:nvPr/>
        </p:nvSpPr>
        <p:spPr>
          <a:xfrm xmlns:a="http://schemas.openxmlformats.org/drawingml/2006/main">
            <a:off x="3381375" y="14859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Did the service accept the input?</a:t>
            </a:r>
          </a:p>
        </p:txBody>
      </p:sp>
      <p:sp>
        <p:nvSpPr>
          <p:cNvPr id="4" name="Response time">
            <a:extLst xmlns:a="http://schemas.openxmlformats.org/drawingml/2006/main">
              <a:ext uri="{FF2B5EF4-FFF2-40B4-BE49-F238E27FC236}">
                <a16:creationId xmlns:a16="http://schemas.microsoft.com/office/drawing/2014/main" id="{6C76C971-0254-48FA-BE03-8B4E6C99E9F6}"/>
              </a:ext>
            </a:extLst>
          </p:cNvPr>
          <p:cNvSpPr>
            <a:spLocks xmlns:a="http://schemas.openxmlformats.org/drawingml/2006/main" noGrp="1"/>
          </p:cNvSpPr>
          <p:nvPr/>
        </p:nvSpPr>
        <p:spPr>
          <a:xfrm xmlns:a="http://schemas.openxmlformats.org/drawingml/2006/main">
            <a:off x="457200" y="21145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Response time</a:t>
            </a:r>
          </a:p>
        </p:txBody>
      </p:sp>
      <p:sp>
        <p:nvSpPr>
          <p:cNvPr id="5" name="How long did requests take?">
            <a:extLst xmlns:a="http://schemas.openxmlformats.org/drawingml/2006/main">
              <a:ext uri="{FF2B5EF4-FFF2-40B4-BE49-F238E27FC236}">
                <a16:creationId xmlns:a16="http://schemas.microsoft.com/office/drawing/2014/main" id="{A32C4980-AEC0-4642-B4F0-FCAD50598011}"/>
              </a:ext>
            </a:extLst>
          </p:cNvPr>
          <p:cNvSpPr>
            <a:spLocks xmlns:a="http://schemas.openxmlformats.org/drawingml/2006/main" noGrp="1"/>
          </p:cNvSpPr>
          <p:nvPr/>
        </p:nvSpPr>
        <p:spPr>
          <a:xfrm xmlns:a="http://schemas.openxmlformats.org/drawingml/2006/main">
            <a:off x="3381375" y="21145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How long did requests take?</a:t>
            </a:r>
          </a:p>
        </p:txBody>
      </p:sp>
      <p:sp>
        <p:nvSpPr>
          <p:cNvPr id="6" name="Low model scores">
            <a:extLst xmlns:a="http://schemas.openxmlformats.org/drawingml/2006/main">
              <a:ext uri="{FF2B5EF4-FFF2-40B4-BE49-F238E27FC236}">
                <a16:creationId xmlns:a16="http://schemas.microsoft.com/office/drawing/2014/main" id="{227F7425-DAEF-4CE5-81BF-CAE5947BEE88}"/>
              </a:ext>
            </a:extLst>
          </p:cNvPr>
          <p:cNvSpPr>
            <a:spLocks xmlns:a="http://schemas.openxmlformats.org/drawingml/2006/main" noGrp="1"/>
          </p:cNvSpPr>
          <p:nvPr/>
        </p:nvSpPr>
        <p:spPr>
          <a:xfrm xmlns:a="http://schemas.openxmlformats.org/drawingml/2006/main">
            <a:off x="457200" y="274320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CA2352"/>
                </a:solidFill>
                <a:latin typeface="Space Grotesk"/>
                <a:ea typeface="Space Grotesk"/>
                <a:cs typeface="Space Grotesk"/>
              </a:defRPr>
            </a:defPPr>
          </a:lstStyle>
          <a:p xmlns:a="http://schemas.openxmlformats.org/drawingml/2006/main">
            <a:pPr algn="l">
              <a:defRPr sz="1875" b="1">
                <a:solidFill>
                  <a:srgbClr val="CA2352"/>
                </a:solidFill>
                <a:latin typeface="Space Grotesk"/>
                <a:ea typeface="Space Grotesk"/>
                <a:cs typeface="Space Grotesk"/>
              </a:defRPr>
            </a:pPr>
            <a:r>
              <a:rPr sz="1875" b="1">
                <a:solidFill>
                  <a:srgbClr val="CA2352"/>
                </a:solidFill>
                <a:latin typeface="Space Grotesk"/>
                <a:ea typeface="Space Grotesk"/>
                <a:cs typeface="Space Grotesk"/>
              </a:rPr>
              <a:t>Low model scores</a:t>
            </a:r>
          </a:p>
        </p:txBody>
      </p:sp>
      <p:sp>
        <p:nvSpPr>
          <p:cNvPr id="7" name="Which predictions deserve attention?">
            <a:extLst xmlns:a="http://schemas.openxmlformats.org/drawingml/2006/main">
              <a:ext uri="{FF2B5EF4-FFF2-40B4-BE49-F238E27FC236}">
                <a16:creationId xmlns:a16="http://schemas.microsoft.com/office/drawing/2014/main" id="{2127035B-F04D-497C-98D4-A17EA46FAA0A}"/>
              </a:ext>
            </a:extLst>
          </p:cNvPr>
          <p:cNvSpPr>
            <a:spLocks xmlns:a="http://schemas.openxmlformats.org/drawingml/2006/main" noGrp="1"/>
          </p:cNvSpPr>
          <p:nvPr/>
        </p:nvSpPr>
        <p:spPr>
          <a:xfrm xmlns:a="http://schemas.openxmlformats.org/drawingml/2006/main">
            <a:off x="3381375" y="27432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Which predictions deserve attention?</a:t>
            </a:r>
          </a:p>
        </p:txBody>
      </p:sp>
      <p:sp>
        <p:nvSpPr>
          <p:cNvPr id="8" name="Input brightness">
            <a:extLst xmlns:a="http://schemas.openxmlformats.org/drawingml/2006/main">
              <a:ext uri="{FF2B5EF4-FFF2-40B4-BE49-F238E27FC236}">
                <a16:creationId xmlns:a16="http://schemas.microsoft.com/office/drawing/2014/main" id="{3204142C-3484-4816-9493-22F95F2766BC}"/>
              </a:ext>
            </a:extLst>
          </p:cNvPr>
          <p:cNvSpPr>
            <a:spLocks xmlns:a="http://schemas.openxmlformats.org/drawingml/2006/main" noGrp="1"/>
          </p:cNvSpPr>
          <p:nvPr/>
        </p:nvSpPr>
        <p:spPr>
          <a:xfrm xmlns:a="http://schemas.openxmlformats.org/drawingml/2006/main">
            <a:off x="457200" y="33718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3A64E4"/>
                </a:solidFill>
                <a:latin typeface="Space Grotesk"/>
                <a:ea typeface="Space Grotesk"/>
                <a:cs typeface="Space Grotesk"/>
              </a:defRPr>
            </a:defPPr>
          </a:lstStyle>
          <a:p xmlns:a="http://schemas.openxmlformats.org/drawingml/2006/main">
            <a:pPr algn="l">
              <a:defRPr sz="1875" b="1">
                <a:solidFill>
                  <a:srgbClr val="3A64E4"/>
                </a:solidFill>
                <a:latin typeface="Space Grotesk"/>
                <a:ea typeface="Space Grotesk"/>
                <a:cs typeface="Space Grotesk"/>
              </a:defRPr>
            </a:pPr>
            <a:r>
              <a:rPr sz="1875" b="1">
                <a:solidFill>
                  <a:srgbClr val="3A64E4"/>
                </a:solidFill>
                <a:latin typeface="Space Grotesk"/>
                <a:ea typeface="Space Grotesk"/>
                <a:cs typeface="Space Grotesk"/>
              </a:rPr>
              <a:t>Input brightness</a:t>
            </a:r>
          </a:p>
        </p:txBody>
      </p:sp>
      <p:sp>
        <p:nvSpPr>
          <p:cNvPr id="9" name="Do recent inputs look different?">
            <a:extLst xmlns:a="http://schemas.openxmlformats.org/drawingml/2006/main">
              <a:ext uri="{FF2B5EF4-FFF2-40B4-BE49-F238E27FC236}">
                <a16:creationId xmlns:a16="http://schemas.microsoft.com/office/drawing/2014/main" id="{B32100BD-A3A4-40A3-866A-E99162CB88F2}"/>
              </a:ext>
            </a:extLst>
          </p:cNvPr>
          <p:cNvSpPr>
            <a:spLocks xmlns:a="http://schemas.openxmlformats.org/drawingml/2006/main" noGrp="1"/>
          </p:cNvSpPr>
          <p:nvPr/>
        </p:nvSpPr>
        <p:spPr>
          <a:xfrm xmlns:a="http://schemas.openxmlformats.org/drawingml/2006/main">
            <a:off x="3381375" y="33718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Space Grotesk"/>
                <a:ea typeface="Space Grotesk"/>
                <a:cs typeface="Space Grotesk"/>
              </a:defRPr>
            </a:defPPr>
          </a:lstStyle>
          <a:p xmlns:a="http://schemas.openxmlformats.org/drawingml/2006/main">
            <a:pPr algn="l">
              <a:defRPr sz="1875" b="0">
                <a:solidFill>
                  <a:srgbClr val="FFFFFF"/>
                </a:solidFill>
                <a:latin typeface="Space Grotesk"/>
                <a:ea typeface="Space Grotesk"/>
                <a:cs typeface="Space Grotesk"/>
              </a:defRPr>
            </a:pPr>
            <a:r>
              <a:rPr sz="1875" b="0">
                <a:solidFill>
                  <a:srgbClr val="FFFFFF"/>
                </a:solidFill>
                <a:latin typeface="Space Grotesk"/>
                <a:ea typeface="Space Grotesk"/>
                <a:cs typeface="Space Grotesk"/>
              </a:rPr>
              <a:t>Do recent inputs look different?</a:t>
            </a:r>
          </a:p>
        </p:txBody>
      </p:sp>
      <p:sp>
        <p:nvSpPr>
          <p:cNvPr id="10" name="Production accuracy needs labeled outcomes">
            <a:extLst xmlns:a="http://schemas.openxmlformats.org/drawingml/2006/main">
              <a:ext uri="{FF2B5EF4-FFF2-40B4-BE49-F238E27FC236}">
                <a16:creationId xmlns:a16="http://schemas.microsoft.com/office/drawing/2014/main" id="{82CA7726-E25D-4347-8E06-47CE4EAAF023}"/>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Production accuracy needs labeled outcomes</a:t>
            </a:r>
          </a:p>
        </p:txBody>
      </p:sp>
      <p:sp>
        <p:nvSpPr>
          <p:cNvPr id="11" name="33">
            <a:extLst xmlns:a="http://schemas.openxmlformats.org/drawingml/2006/main">
              <a:ext uri="{FF2B5EF4-FFF2-40B4-BE49-F238E27FC236}">
                <a16:creationId xmlns:a16="http://schemas.microsoft.com/office/drawing/2014/main" id="{0B801E95-EEE0-4DCD-B931-2D773F9B9BBA}"/>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33</a:t>
            </a:r>
          </a:p>
        </p:txBody>
      </p:sp>
    </p:spTree>
    <p:extLst>
      <p:ext uri="{BB962C8B-B14F-4D97-AF65-F5344CB8AC3E}">
        <p14:creationId xmlns:p14="http://schemas.microsoft.com/office/powerpoint/2010/main" val="64851087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5" name="A deliberate input shift">
            <a:extLst xmlns:a="http://schemas.openxmlformats.org/drawingml/2006/main">
              <a:ext uri="{FF2B5EF4-FFF2-40B4-BE49-F238E27FC236}">
                <a16:creationId xmlns:a16="http://schemas.microsoft.com/office/drawing/2014/main" id="{6684BD06-9CDE-4CB4-B92A-FBD4B3C0353F}"/>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A deliberate input shift</a:t>
            </a:r>
          </a:p>
        </p:txBody>
      </p:sp>
      <p:pic>
        <p:nvPicPr>
          <p:cNvPr id="2" name="">
            <a:extLst xmlns:a="http://schemas.openxmlformats.org/drawingml/2006/main">
              <a:ext uri="{FF2B5EF4-FFF2-40B4-BE49-F238E27FC236}">
                <a16:creationId xmlns:a16="http://schemas.microsoft.com/office/drawing/2014/main" id="{32CF0B81-FDDC-41B7-AE62-84DF1CE1936A}"/>
              </a:ext>
            </a:extLst>
          </p:cNvPr>
          <p:cNvPicPr>
            <a:picLocks xmlns:a="http://schemas.openxmlformats.org/drawingml/2006/main" noChangeAspect="1"/>
          </p:cNvPicPr>
          <p:nvPr/>
        </p:nvPicPr>
        <p:blipFill>
          <a:blip xmlns:r="http://schemas.openxmlformats.org/officeDocument/2006/relationships" xmlns:a="http://schemas.openxmlformats.org/drawingml/2006/main" r:embed="R6d30eaac99494e14"/>
          <a:stretch xmlns:a="http://schemas.openxmlformats.org/drawingml/2006/main"/>
        </p:blipFill>
        <p:spPr>
          <a:xfrm xmlns:a="http://schemas.openxmlformats.org/drawingml/2006/main">
            <a:off x="1387016" y="1295400"/>
            <a:ext cx="6369969" cy="2762250"/>
          </a:xfrm>
          <a:prstGeom xmlns:a="http://schemas.openxmlformats.org/drawingml/2006/main" prst="rect">
            <a:avLst/>
          </a:prstGeom>
        </p:spPr>
      </p:pic>
      <p:sp>
        <p:nvSpPr>
          <p:cNvPr id="3" name="Normal samples, then brighter samples. Watch the brightness ">
            <a:extLst xmlns:a="http://schemas.openxmlformats.org/drawingml/2006/main">
              <a:ext uri="{FF2B5EF4-FFF2-40B4-BE49-F238E27FC236}">
                <a16:creationId xmlns:a16="http://schemas.microsoft.com/office/drawing/2014/main" id="{A16FCE05-5E5A-41BA-A526-A6EE10BE2637}"/>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Normal samples, then brighter samples. Watch the brightness check.</a:t>
            </a:r>
          </a:p>
        </p:txBody>
      </p:sp>
      <p:sp>
        <p:nvSpPr>
          <p:cNvPr id="4" name="34">
            <a:extLst xmlns:a="http://schemas.openxmlformats.org/drawingml/2006/main">
              <a:ext uri="{FF2B5EF4-FFF2-40B4-BE49-F238E27FC236}">
                <a16:creationId xmlns:a16="http://schemas.microsoft.com/office/drawing/2014/main" id="{51EBD99C-0B7C-4E21-B59A-70F9B6FED2B8}"/>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34</a:t>
            </a:r>
          </a:p>
        </p:txBody>
      </p:sp>
    </p:spTree>
    <p:extLst>
      <p:ext uri="{BB962C8B-B14F-4D97-AF65-F5344CB8AC3E}">
        <p14:creationId xmlns:p14="http://schemas.microsoft.com/office/powerpoint/2010/main" val="648510871"/>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8" name="Exercise 3: what does the alert prove?">
            <a:extLst xmlns:a="http://schemas.openxmlformats.org/drawingml/2006/main">
              <a:ext uri="{FF2B5EF4-FFF2-40B4-BE49-F238E27FC236}">
                <a16:creationId xmlns:a16="http://schemas.microsoft.com/office/drawing/2014/main" id="{5D01BA24-F076-48ED-A1EA-E42D488B5D41}"/>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Exercise 3: what does the alert prove?</a:t>
            </a:r>
          </a:p>
        </p:txBody>
      </p:sp>
      <p:sp>
        <p:nvSpPr>
          <p:cNvPr id="2" name="python scripts/traffic.py --mode normal --count 100">
            <a:extLst xmlns:a="http://schemas.openxmlformats.org/drawingml/2006/main">
              <a:ext uri="{FF2B5EF4-FFF2-40B4-BE49-F238E27FC236}">
                <a16:creationId xmlns:a16="http://schemas.microsoft.com/office/drawing/2014/main" id="{2B1669E8-4435-4219-A492-0DCBD0CF86DB}"/>
              </a:ext>
            </a:extLst>
          </p:cNvPr>
          <p:cNvSpPr>
            <a:spLocks xmlns:a="http://schemas.openxmlformats.org/drawingml/2006/main" noGrp="1"/>
          </p:cNvSpPr>
          <p:nvPr/>
        </p:nvSpPr>
        <p:spPr>
          <a:xfrm xmlns:a="http://schemas.openxmlformats.org/drawingml/2006/main">
            <a:off x="457200" y="14763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3A64E4"/>
                </a:solidFill>
                <a:latin typeface="Space Grotesk"/>
                <a:ea typeface="Space Grotesk"/>
                <a:cs typeface="Space Grotesk"/>
              </a:defRPr>
            </a:defPPr>
          </a:lstStyle>
          <a:p xmlns:a="http://schemas.openxmlformats.org/drawingml/2006/main">
            <a:pPr algn="l">
              <a:defRPr sz="1800" b="0">
                <a:solidFill>
                  <a:srgbClr val="3A64E4"/>
                </a:solidFill>
                <a:latin typeface="Space Grotesk"/>
                <a:ea typeface="Space Grotesk"/>
                <a:cs typeface="Space Grotesk"/>
              </a:defRPr>
            </a:pPr>
            <a:r>
              <a:rPr sz="1800" b="0">
                <a:solidFill>
                  <a:srgbClr val="3A64E4"/>
                </a:solidFill>
                <a:latin typeface="Space Grotesk"/>
                <a:ea typeface="Space Grotesk"/>
                <a:cs typeface="Space Grotesk"/>
              </a:rPr>
              <a:t>python scripts/traffic.py --mode normal --count 100</a:t>
            </a:r>
          </a:p>
        </p:txBody>
      </p:sp>
      <p:sp>
        <p:nvSpPr>
          <p:cNvPr id="3" name="Does HTTP 200 mean the digit is correct?">
            <a:extLst xmlns:a="http://schemas.openxmlformats.org/drawingml/2006/main">
              <a:ext uri="{FF2B5EF4-FFF2-40B4-BE49-F238E27FC236}">
                <a16:creationId xmlns:a16="http://schemas.microsoft.com/office/drawing/2014/main" id="{CB907CE0-E877-4131-B603-4E452CE40927}"/>
              </a:ext>
            </a:extLst>
          </p:cNvPr>
          <p:cNvSpPr>
            <a:spLocks xmlns:a="http://schemas.openxmlformats.org/drawingml/2006/main" noGrp="1"/>
          </p:cNvSpPr>
          <p:nvPr/>
        </p:nvSpPr>
        <p:spPr>
          <a:xfrm xmlns:a="http://schemas.openxmlformats.org/drawingml/2006/main">
            <a:off x="457200" y="22860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Does HTTP 200 mean the digit is correct?</a:t>
            </a:r>
          </a:p>
        </p:txBody>
      </p:sp>
      <p:sp>
        <p:nvSpPr>
          <p:cNvPr id="4" name="Does input shift prove accuracy dropped?">
            <a:extLst xmlns:a="http://schemas.openxmlformats.org/drawingml/2006/main">
              <a:ext uri="{FF2B5EF4-FFF2-40B4-BE49-F238E27FC236}">
                <a16:creationId xmlns:a16="http://schemas.microsoft.com/office/drawing/2014/main" id="{79FFA4F1-76DC-415F-904E-CCE89CF37959}"/>
              </a:ext>
            </a:extLst>
          </p:cNvPr>
          <p:cNvSpPr>
            <a:spLocks xmlns:a="http://schemas.openxmlformats.org/drawingml/2006/main" noGrp="1"/>
          </p:cNvSpPr>
          <p:nvPr/>
        </p:nvSpPr>
        <p:spPr>
          <a:xfrm xmlns:a="http://schemas.openxmlformats.org/drawingml/2006/main">
            <a:off x="457200" y="2914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Does input shift prove accuracy dropped?</a:t>
            </a:r>
          </a:p>
        </p:txBody>
      </p:sp>
      <p:sp>
        <p:nvSpPr>
          <p:cNvPr id="5" name="Which labels would answer that question?">
            <a:extLst xmlns:a="http://schemas.openxmlformats.org/drawingml/2006/main">
              <a:ext uri="{FF2B5EF4-FFF2-40B4-BE49-F238E27FC236}">
                <a16:creationId xmlns:a16="http://schemas.microsoft.com/office/drawing/2014/main" id="{12F10794-D59B-443E-891E-5A229C66ABDF}"/>
              </a:ext>
            </a:extLst>
          </p:cNvPr>
          <p:cNvSpPr>
            <a:spLocks xmlns:a="http://schemas.openxmlformats.org/drawingml/2006/main" noGrp="1"/>
          </p:cNvSpPr>
          <p:nvPr/>
        </p:nvSpPr>
        <p:spPr>
          <a:xfrm xmlns:a="http://schemas.openxmlformats.org/drawingml/2006/main">
            <a:off x="457200" y="35433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Which labels would answer that question?</a:t>
            </a:r>
          </a:p>
        </p:txBody>
      </p:sp>
      <p:sp>
        <p:nvSpPr>
          <p:cNvPr id="6" name="Replace the full window with normal samples and observe reco">
            <a:extLst xmlns:a="http://schemas.openxmlformats.org/drawingml/2006/main">
              <a:ext uri="{FF2B5EF4-FFF2-40B4-BE49-F238E27FC236}">
                <a16:creationId xmlns:a16="http://schemas.microsoft.com/office/drawing/2014/main" id="{0FB2C215-F143-41DC-A195-8F30350133BD}"/>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Replace the full window with normal samples and observe recovery</a:t>
            </a:r>
          </a:p>
        </p:txBody>
      </p:sp>
      <p:sp>
        <p:nvSpPr>
          <p:cNvPr id="7" name="35">
            <a:extLst xmlns:a="http://schemas.openxmlformats.org/drawingml/2006/main">
              <a:ext uri="{FF2B5EF4-FFF2-40B4-BE49-F238E27FC236}">
                <a16:creationId xmlns:a16="http://schemas.microsoft.com/office/drawing/2014/main" id="{C20CD9B2-7D7B-4BD8-8BFF-8B6C5280FB8D}"/>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35</a:t>
            </a:r>
          </a:p>
        </p:txBody>
      </p:sp>
    </p:spTree>
    <p:extLst>
      <p:ext uri="{BB962C8B-B14F-4D97-AF65-F5344CB8AC3E}">
        <p14:creationId xmlns:p14="http://schemas.microsoft.com/office/powerpoint/2010/main" val="648510871"/>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1" name="What a larger deployment adds">
            <a:extLst xmlns:a="http://schemas.openxmlformats.org/drawingml/2006/main">
              <a:ext uri="{FF2B5EF4-FFF2-40B4-BE49-F238E27FC236}">
                <a16:creationId xmlns:a16="http://schemas.microsoft.com/office/drawing/2014/main" id="{41BFE19B-15CE-42FB-8A16-AC7365660E3A}"/>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What a larger deployment adds</a:t>
            </a:r>
          </a:p>
        </p:txBody>
      </p:sp>
      <p:sp>
        <p:nvSpPr>
          <p:cNvPr id="2" name="Controlled model releases">
            <a:extLst xmlns:a="http://schemas.openxmlformats.org/drawingml/2006/main">
              <a:ext uri="{FF2B5EF4-FFF2-40B4-BE49-F238E27FC236}">
                <a16:creationId xmlns:a16="http://schemas.microsoft.com/office/drawing/2014/main" id="{2FD42D56-842C-4D98-96CC-2F1B9E1C9265}"/>
              </a:ext>
            </a:extLst>
          </p:cNvPr>
          <p:cNvSpPr>
            <a:spLocks xmlns:a="http://schemas.openxmlformats.org/drawingml/2006/main" noGrp="1"/>
          </p:cNvSpPr>
          <p:nvPr/>
        </p:nvSpPr>
        <p:spPr>
          <a:xfrm xmlns:a="http://schemas.openxmlformats.org/drawingml/2006/main">
            <a:off x="457200"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CA2352"/>
                </a:solidFill>
                <a:latin typeface="Space Grotesk"/>
                <a:ea typeface="Space Grotesk"/>
                <a:cs typeface="Space Grotesk"/>
              </a:defRPr>
            </a:defPPr>
          </a:lstStyle>
          <a:p xmlns:a="http://schemas.openxmlformats.org/drawingml/2006/main">
            <a:pPr algn="l">
              <a:defRPr sz="2100" b="1">
                <a:solidFill>
                  <a:srgbClr val="CA2352"/>
                </a:solidFill>
                <a:latin typeface="Space Grotesk"/>
                <a:ea typeface="Space Grotesk"/>
                <a:cs typeface="Space Grotesk"/>
              </a:defRPr>
            </a:pPr>
            <a:r>
              <a:rPr sz="2100" b="1">
                <a:solidFill>
                  <a:srgbClr val="CA2352"/>
                </a:solidFill>
                <a:latin typeface="Space Grotesk"/>
                <a:ea typeface="Space Grotesk"/>
                <a:cs typeface="Space Grotesk"/>
              </a:rPr>
              <a:t>Controlled model releases</a:t>
            </a:r>
          </a:p>
        </p:txBody>
      </p:sp>
      <p:sp>
        <p:nvSpPr>
          <p:cNvPr id="3" name="Operational safeguards">
            <a:extLst xmlns:a="http://schemas.openxmlformats.org/drawingml/2006/main">
              <a:ext uri="{FF2B5EF4-FFF2-40B4-BE49-F238E27FC236}">
                <a16:creationId xmlns:a16="http://schemas.microsoft.com/office/drawing/2014/main" id="{779264CC-4DAC-4BC1-A5A1-7719B55883C0}"/>
              </a:ext>
            </a:extLst>
          </p:cNvPr>
          <p:cNvSpPr>
            <a:spLocks xmlns:a="http://schemas.openxmlformats.org/drawingml/2006/main" noGrp="1"/>
          </p:cNvSpPr>
          <p:nvPr/>
        </p:nvSpPr>
        <p:spPr>
          <a:xfrm xmlns:a="http://schemas.openxmlformats.org/drawingml/2006/main">
            <a:off x="4810125" y="165735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3A64E4"/>
                </a:solidFill>
                <a:latin typeface="Space Grotesk"/>
                <a:ea typeface="Space Grotesk"/>
                <a:cs typeface="Space Grotesk"/>
              </a:defRPr>
            </a:defPPr>
          </a:lstStyle>
          <a:p xmlns:a="http://schemas.openxmlformats.org/drawingml/2006/main">
            <a:pPr algn="l">
              <a:defRPr sz="2100" b="1">
                <a:solidFill>
                  <a:srgbClr val="3A64E4"/>
                </a:solidFill>
                <a:latin typeface="Space Grotesk"/>
                <a:ea typeface="Space Grotesk"/>
                <a:cs typeface="Space Grotesk"/>
              </a:defRPr>
            </a:pPr>
            <a:r>
              <a:rPr sz="2100" b="1">
                <a:solidFill>
                  <a:srgbClr val="3A64E4"/>
                </a:solidFill>
                <a:latin typeface="Space Grotesk"/>
                <a:ea typeface="Space Grotesk"/>
                <a:cs typeface="Space Grotesk"/>
              </a:rPr>
              <a:t>Operational safeguards</a:t>
            </a:r>
          </a:p>
        </p:txBody>
      </p:sp>
      <p:sp>
        <p:nvSpPr>
          <p:cNvPr id="4" name="Data and artifact versioning">
            <a:extLst xmlns:a="http://schemas.openxmlformats.org/drawingml/2006/main">
              <a:ext uri="{FF2B5EF4-FFF2-40B4-BE49-F238E27FC236}">
                <a16:creationId xmlns:a16="http://schemas.microsoft.com/office/drawing/2014/main" id="{4DF5E0EF-E53F-4E83-99C9-31570E0DE878}"/>
              </a:ext>
            </a:extLst>
          </p:cNvPr>
          <p:cNvSpPr>
            <a:spLocks xmlns:a="http://schemas.openxmlformats.org/drawingml/2006/main" noGrp="1"/>
          </p:cNvSpPr>
          <p:nvPr/>
        </p:nvSpPr>
        <p:spPr>
          <a:xfrm xmlns:a="http://schemas.openxmlformats.org/drawingml/2006/main">
            <a:off x="457200"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Data and artifact versioning</a:t>
            </a:r>
          </a:p>
        </p:txBody>
      </p:sp>
      <p:sp>
        <p:nvSpPr>
          <p:cNvPr id="5" name="Evaluation before promotion">
            <a:extLst xmlns:a="http://schemas.openxmlformats.org/drawingml/2006/main">
              <a:ext uri="{FF2B5EF4-FFF2-40B4-BE49-F238E27FC236}">
                <a16:creationId xmlns:a16="http://schemas.microsoft.com/office/drawing/2014/main" id="{85B23281-0234-4A9D-86D3-1A84344911F7}"/>
              </a:ext>
            </a:extLst>
          </p:cNvPr>
          <p:cNvSpPr>
            <a:spLocks xmlns:a="http://schemas.openxmlformats.org/drawingml/2006/main" noGrp="1"/>
          </p:cNvSpPr>
          <p:nvPr/>
        </p:nvSpPr>
        <p:spPr>
          <a:xfrm xmlns:a="http://schemas.openxmlformats.org/drawingml/2006/main">
            <a:off x="457200"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Evaluation before promotion</a:t>
            </a:r>
          </a:p>
        </p:txBody>
      </p:sp>
      <p:sp>
        <p:nvSpPr>
          <p:cNvPr id="6" name="A known-good rollback target">
            <a:extLst xmlns:a="http://schemas.openxmlformats.org/drawingml/2006/main">
              <a:ext uri="{FF2B5EF4-FFF2-40B4-BE49-F238E27FC236}">
                <a16:creationId xmlns:a16="http://schemas.microsoft.com/office/drawing/2014/main" id="{7D3248BA-5729-4496-8C7E-D7317C0CB805}"/>
              </a:ext>
            </a:extLst>
          </p:cNvPr>
          <p:cNvSpPr>
            <a:spLocks xmlns:a="http://schemas.openxmlformats.org/drawingml/2006/main" noGrp="1"/>
          </p:cNvSpPr>
          <p:nvPr/>
        </p:nvSpPr>
        <p:spPr>
          <a:xfrm xmlns:a="http://schemas.openxmlformats.org/drawingml/2006/main">
            <a:off x="457200"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A known-good rollback target</a:t>
            </a:r>
          </a:p>
        </p:txBody>
      </p:sp>
      <p:sp>
        <p:nvSpPr>
          <p:cNvPr id="7" name="Persistent telemetry and alerts">
            <a:extLst xmlns:a="http://schemas.openxmlformats.org/drawingml/2006/main">
              <a:ext uri="{FF2B5EF4-FFF2-40B4-BE49-F238E27FC236}">
                <a16:creationId xmlns:a16="http://schemas.microsoft.com/office/drawing/2014/main" id="{9656A158-F227-4BF1-95F7-496D1CFC4861}"/>
              </a:ext>
            </a:extLst>
          </p:cNvPr>
          <p:cNvSpPr>
            <a:spLocks xmlns:a="http://schemas.openxmlformats.org/drawingml/2006/main" noGrp="1"/>
          </p:cNvSpPr>
          <p:nvPr/>
        </p:nvSpPr>
        <p:spPr>
          <a:xfrm xmlns:a="http://schemas.openxmlformats.org/drawingml/2006/main">
            <a:off x="4810125" y="23241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Persistent telemetry and alerts</a:t>
            </a:r>
          </a:p>
        </p:txBody>
      </p:sp>
      <p:sp>
        <p:nvSpPr>
          <p:cNvPr id="8" name="Access controls and request limits">
            <a:extLst xmlns:a="http://schemas.openxmlformats.org/drawingml/2006/main">
              <a:ext uri="{FF2B5EF4-FFF2-40B4-BE49-F238E27FC236}">
                <a16:creationId xmlns:a16="http://schemas.microsoft.com/office/drawing/2014/main" id="{6CA8BA3A-A366-477B-A699-242EC466927D}"/>
              </a:ext>
            </a:extLst>
          </p:cNvPr>
          <p:cNvSpPr>
            <a:spLocks xmlns:a="http://schemas.openxmlformats.org/drawingml/2006/main" noGrp="1"/>
          </p:cNvSpPr>
          <p:nvPr/>
        </p:nvSpPr>
        <p:spPr>
          <a:xfrm xmlns:a="http://schemas.openxmlformats.org/drawingml/2006/main">
            <a:off x="4810125" y="29527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Access controls and request limits</a:t>
            </a:r>
          </a:p>
        </p:txBody>
      </p:sp>
      <p:sp>
        <p:nvSpPr>
          <p:cNvPr id="9" name="Labels to evaluate real predictions">
            <a:extLst xmlns:a="http://schemas.openxmlformats.org/drawingml/2006/main">
              <a:ext uri="{FF2B5EF4-FFF2-40B4-BE49-F238E27FC236}">
                <a16:creationId xmlns:a16="http://schemas.microsoft.com/office/drawing/2014/main" id="{DB702AC4-C82B-4751-9070-5DCDFD6007E7}"/>
              </a:ext>
            </a:extLst>
          </p:cNvPr>
          <p:cNvSpPr>
            <a:spLocks xmlns:a="http://schemas.openxmlformats.org/drawingml/2006/main" noGrp="1"/>
          </p:cNvSpPr>
          <p:nvPr/>
        </p:nvSpPr>
        <p:spPr>
          <a:xfrm xmlns:a="http://schemas.openxmlformats.org/drawingml/2006/main">
            <a:off x="4810125" y="358140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FFFFFF"/>
                </a:solidFill>
                <a:latin typeface="Space Grotesk"/>
                <a:ea typeface="Space Grotesk"/>
                <a:cs typeface="Space Grotesk"/>
              </a:defRPr>
            </a:defPPr>
          </a:lstStyle>
          <a:p xmlns:a="http://schemas.openxmlformats.org/drawingml/2006/main">
            <a:pPr algn="l">
              <a:defRPr sz="2000" b="0">
                <a:solidFill>
                  <a:srgbClr val="FFFFFF"/>
                </a:solidFill>
                <a:latin typeface="Space Grotesk"/>
                <a:ea typeface="Space Grotesk"/>
                <a:cs typeface="Space Grotesk"/>
              </a:defRPr>
            </a:pPr>
            <a:r>
              <a:rPr sz="2000" b="0">
                <a:solidFill>
                  <a:srgbClr val="FFFFFF"/>
                </a:solidFill>
                <a:latin typeface="Space Grotesk"/>
                <a:ea typeface="Space Grotesk"/>
                <a:cs typeface="Space Grotesk"/>
              </a:rPr>
              <a:t>Labels to evaluate real predictions</a:t>
            </a:r>
          </a:p>
        </p:txBody>
      </p:sp>
      <p:sp>
        <p:nvSpPr>
          <p:cNvPr id="10" name="36">
            <a:extLst xmlns:a="http://schemas.openxmlformats.org/drawingml/2006/main">
              <a:ext uri="{FF2B5EF4-FFF2-40B4-BE49-F238E27FC236}">
                <a16:creationId xmlns:a16="http://schemas.microsoft.com/office/drawing/2014/main" id="{58A102CB-1B30-4AB4-959B-7AD197A80C63}"/>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36</a:t>
            </a:r>
          </a:p>
        </p:txBody>
      </p:sp>
    </p:spTree>
    <p:extLst>
      <p:ext uri="{BB962C8B-B14F-4D97-AF65-F5344CB8AC3E}">
        <p14:creationId xmlns:p14="http://schemas.microsoft.com/office/powerpoint/2010/main" val="648510871"/>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6" name="You took a model beyond the notebook">
            <a:extLst xmlns:a="http://schemas.openxmlformats.org/drawingml/2006/main">
              <a:ext uri="{FF2B5EF4-FFF2-40B4-BE49-F238E27FC236}">
                <a16:creationId xmlns:a16="http://schemas.microsoft.com/office/drawing/2014/main" id="{BB0D7A17-C31C-4AF1-9881-DB9B03024E5B}"/>
              </a:ext>
            </a:extLst>
          </p:cNvPr>
          <p:cNvSpPr>
            <a:spLocks xmlns:a="http://schemas.openxmlformats.org/drawingml/2006/main" noGrp="1"/>
          </p:cNvSpPr>
          <p:nvPr/>
        </p:nvSpPr>
        <p:spPr>
          <a:xfrm xmlns:a="http://schemas.openxmlformats.org/drawingml/2006/main">
            <a:off x="457200" y="438150"/>
            <a:ext cx="8229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800" b="1">
                <a:solidFill>
                  <a:srgbClr val="FFFFFF"/>
                </a:solidFill>
                <a:latin typeface="Space Grotesk"/>
                <a:ea typeface="Space Grotesk"/>
                <a:cs typeface="Space Grotesk"/>
              </a:defRPr>
            </a:defPPr>
          </a:lstStyle>
          <a:p xmlns:a="http://schemas.openxmlformats.org/drawingml/2006/main">
            <a:pPr algn="l">
              <a:defRPr sz="2800" b="1">
                <a:solidFill>
                  <a:srgbClr val="FFFFFF"/>
                </a:solidFill>
                <a:latin typeface="Space Grotesk"/>
                <a:ea typeface="Space Grotesk"/>
                <a:cs typeface="Space Grotesk"/>
              </a:defRPr>
            </a:pPr>
            <a:r>
              <a:rPr sz="2800" b="1">
                <a:solidFill>
                  <a:srgbClr val="FFFFFF"/>
                </a:solidFill>
                <a:latin typeface="Space Grotesk"/>
                <a:ea typeface="Space Grotesk"/>
                <a:cs typeface="Space Grotesk"/>
              </a:rPr>
              <a:t>You took a model beyond the notebook</a:t>
            </a:r>
          </a:p>
        </p:txBody>
      </p:sp>
      <p:sp>
        <p:nvSpPr>
          <p:cNvPr id="2" name="01">
            <a:extLst xmlns:a="http://schemas.openxmlformats.org/drawingml/2006/main">
              <a:ext uri="{FF2B5EF4-FFF2-40B4-BE49-F238E27FC236}">
                <a16:creationId xmlns:a16="http://schemas.microsoft.com/office/drawing/2014/main" id="{ED8ECE62-49CE-4C83-A657-B656C2168522}"/>
              </a:ext>
            </a:extLst>
          </p:cNvPr>
          <p:cNvSpPr>
            <a:spLocks xmlns:a="http://schemas.openxmlformats.org/drawingml/2006/main" noGrp="1"/>
          </p:cNvSpPr>
          <p:nvPr/>
        </p:nvSpPr>
        <p:spPr>
          <a:xfrm xmlns:a="http://schemas.openxmlformats.org/drawingml/2006/main">
            <a:off x="457200"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CA2352"/>
                </a:solidFill>
                <a:latin typeface="Space Grotesk"/>
                <a:ea typeface="Space Grotesk"/>
                <a:cs typeface="Space Grotesk"/>
              </a:defRPr>
            </a:defPPr>
          </a:lstStyle>
          <a:p xmlns:a="http://schemas.openxmlformats.org/drawingml/2006/main">
            <a:pPr algn="l">
              <a:defRPr sz="1650" b="0">
                <a:solidFill>
                  <a:srgbClr val="CA2352"/>
                </a:solidFill>
                <a:latin typeface="Space Grotesk"/>
                <a:ea typeface="Space Grotesk"/>
                <a:cs typeface="Space Grotesk"/>
              </a:defRPr>
            </a:pPr>
            <a:r>
              <a:rPr sz="1650" b="0">
                <a:solidFill>
                  <a:srgbClr val="CA2352"/>
                </a:solidFill>
                <a:latin typeface="Space Grotesk"/>
                <a:ea typeface="Space Grotesk"/>
                <a:cs typeface="Space Grotesk"/>
              </a:rPr>
              <a:t>01</a:t>
            </a:r>
          </a:p>
        </p:txBody>
      </p:sp>
      <p:sp>
        <p:nvSpPr>
          <p:cNvPr id="3" name="Train">
            <a:extLst xmlns:a="http://schemas.openxmlformats.org/drawingml/2006/main">
              <a:ext uri="{FF2B5EF4-FFF2-40B4-BE49-F238E27FC236}">
                <a16:creationId xmlns:a16="http://schemas.microsoft.com/office/drawing/2014/main" id="{E11D6E29-D306-4B6C-B506-49A720831F59}"/>
              </a:ext>
            </a:extLst>
          </p:cNvPr>
          <p:cNvSpPr>
            <a:spLocks xmlns:a="http://schemas.openxmlformats.org/drawingml/2006/main" noGrp="1"/>
          </p:cNvSpPr>
          <p:nvPr/>
        </p:nvSpPr>
        <p:spPr>
          <a:xfrm xmlns:a="http://schemas.openxmlformats.org/drawingml/2006/main">
            <a:off x="457200"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Train</a:t>
            </a:r>
          </a:p>
        </p:txBody>
      </p:sp>
      <p:sp>
        <p:nvSpPr>
          <p:cNvPr id="4" name="Evaluate honestly">
            <a:extLst xmlns:a="http://schemas.openxmlformats.org/drawingml/2006/main">
              <a:ext uri="{FF2B5EF4-FFF2-40B4-BE49-F238E27FC236}">
                <a16:creationId xmlns:a16="http://schemas.microsoft.com/office/drawing/2014/main" id="{AD57B2D2-0A6B-4966-B7FC-197D5126FA41}"/>
              </a:ext>
            </a:extLst>
          </p:cNvPr>
          <p:cNvSpPr>
            <a:spLocks xmlns:a="http://schemas.openxmlformats.org/drawingml/2006/main" noGrp="1"/>
          </p:cNvSpPr>
          <p:nvPr/>
        </p:nvSpPr>
        <p:spPr>
          <a:xfrm xmlns:a="http://schemas.openxmlformats.org/drawingml/2006/main">
            <a:off x="457200"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Evaluate honestly</a:t>
            </a:r>
          </a:p>
        </p:txBody>
      </p:sp>
      <p:sp>
        <p:nvSpPr>
          <p:cNvPr id="5" name="02">
            <a:extLst xmlns:a="http://schemas.openxmlformats.org/drawingml/2006/main">
              <a:ext uri="{FF2B5EF4-FFF2-40B4-BE49-F238E27FC236}">
                <a16:creationId xmlns:a16="http://schemas.microsoft.com/office/drawing/2014/main" id="{C872A8DC-A6FA-4584-BD40-BBDB85104611}"/>
              </a:ext>
            </a:extLst>
          </p:cNvPr>
          <p:cNvSpPr>
            <a:spLocks xmlns:a="http://schemas.openxmlformats.org/drawingml/2006/main" noGrp="1"/>
          </p:cNvSpPr>
          <p:nvPr/>
        </p:nvSpPr>
        <p:spPr>
          <a:xfrm xmlns:a="http://schemas.openxmlformats.org/drawingml/2006/main">
            <a:off x="2600325"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3A64E4"/>
                </a:solidFill>
                <a:latin typeface="Space Grotesk"/>
                <a:ea typeface="Space Grotesk"/>
                <a:cs typeface="Space Grotesk"/>
              </a:defRPr>
            </a:defPPr>
          </a:lstStyle>
          <a:p xmlns:a="http://schemas.openxmlformats.org/drawingml/2006/main">
            <a:pPr algn="l">
              <a:defRPr sz="1650" b="0">
                <a:solidFill>
                  <a:srgbClr val="3A64E4"/>
                </a:solidFill>
                <a:latin typeface="Space Grotesk"/>
                <a:ea typeface="Space Grotesk"/>
                <a:cs typeface="Space Grotesk"/>
              </a:defRPr>
            </a:pPr>
            <a:r>
              <a:rPr sz="1650" b="0">
                <a:solidFill>
                  <a:srgbClr val="3A64E4"/>
                </a:solidFill>
                <a:latin typeface="Space Grotesk"/>
                <a:ea typeface="Space Grotesk"/>
                <a:cs typeface="Space Grotesk"/>
              </a:rPr>
              <a:t>02</a:t>
            </a:r>
          </a:p>
        </p:txBody>
      </p:sp>
      <p:sp>
        <p:nvSpPr>
          <p:cNvPr id="6" name="Package">
            <a:extLst xmlns:a="http://schemas.openxmlformats.org/drawingml/2006/main">
              <a:ext uri="{FF2B5EF4-FFF2-40B4-BE49-F238E27FC236}">
                <a16:creationId xmlns:a16="http://schemas.microsoft.com/office/drawing/2014/main" id="{6AF83C9F-FA76-4A35-B9D7-09E019403FD0}"/>
              </a:ext>
            </a:extLst>
          </p:cNvPr>
          <p:cNvSpPr>
            <a:spLocks xmlns:a="http://schemas.openxmlformats.org/drawingml/2006/main" noGrp="1"/>
          </p:cNvSpPr>
          <p:nvPr/>
        </p:nvSpPr>
        <p:spPr>
          <a:xfrm xmlns:a="http://schemas.openxmlformats.org/drawingml/2006/main">
            <a:off x="2600325"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Package</a:t>
            </a:r>
          </a:p>
        </p:txBody>
      </p:sp>
      <p:sp>
        <p:nvSpPr>
          <p:cNvPr id="7" name="Keep the pipeline">
            <a:extLst xmlns:a="http://schemas.openxmlformats.org/drawingml/2006/main">
              <a:ext uri="{FF2B5EF4-FFF2-40B4-BE49-F238E27FC236}">
                <a16:creationId xmlns:a16="http://schemas.microsoft.com/office/drawing/2014/main" id="{B0605281-C806-4DF2-8081-2614993F0E62}"/>
              </a:ext>
            </a:extLst>
          </p:cNvPr>
          <p:cNvSpPr>
            <a:spLocks xmlns:a="http://schemas.openxmlformats.org/drawingml/2006/main" noGrp="1"/>
          </p:cNvSpPr>
          <p:nvPr/>
        </p:nvSpPr>
        <p:spPr>
          <a:xfrm xmlns:a="http://schemas.openxmlformats.org/drawingml/2006/main">
            <a:off x="2600325"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Keep the pipeline</a:t>
            </a:r>
          </a:p>
        </p:txBody>
      </p:sp>
      <p:sp>
        <p:nvSpPr>
          <p:cNvPr id="8" name="03">
            <a:extLst xmlns:a="http://schemas.openxmlformats.org/drawingml/2006/main">
              <a:ext uri="{FF2B5EF4-FFF2-40B4-BE49-F238E27FC236}">
                <a16:creationId xmlns:a16="http://schemas.microsoft.com/office/drawing/2014/main" id="{9F89DABD-3B73-465F-BFA2-7B93F1B52F08}"/>
              </a:ext>
            </a:extLst>
          </p:cNvPr>
          <p:cNvSpPr>
            <a:spLocks xmlns:a="http://schemas.openxmlformats.org/drawingml/2006/main" noGrp="1"/>
          </p:cNvSpPr>
          <p:nvPr/>
        </p:nvSpPr>
        <p:spPr>
          <a:xfrm xmlns:a="http://schemas.openxmlformats.org/drawingml/2006/main">
            <a:off x="4743450"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CA2352"/>
                </a:solidFill>
                <a:latin typeface="Space Grotesk"/>
                <a:ea typeface="Space Grotesk"/>
                <a:cs typeface="Space Grotesk"/>
              </a:defRPr>
            </a:defPPr>
          </a:lstStyle>
          <a:p xmlns:a="http://schemas.openxmlformats.org/drawingml/2006/main">
            <a:pPr algn="l">
              <a:defRPr sz="1650" b="0">
                <a:solidFill>
                  <a:srgbClr val="CA2352"/>
                </a:solidFill>
                <a:latin typeface="Space Grotesk"/>
                <a:ea typeface="Space Grotesk"/>
                <a:cs typeface="Space Grotesk"/>
              </a:defRPr>
            </a:pPr>
            <a:r>
              <a:rPr sz="1650" b="0">
                <a:solidFill>
                  <a:srgbClr val="CA2352"/>
                </a:solidFill>
                <a:latin typeface="Space Grotesk"/>
                <a:ea typeface="Space Grotesk"/>
                <a:cs typeface="Space Grotesk"/>
              </a:rPr>
              <a:t>03</a:t>
            </a:r>
          </a:p>
        </p:txBody>
      </p:sp>
      <p:sp>
        <p:nvSpPr>
          <p:cNvPr id="9" name="Deploy">
            <a:extLst xmlns:a="http://schemas.openxmlformats.org/drawingml/2006/main">
              <a:ext uri="{FF2B5EF4-FFF2-40B4-BE49-F238E27FC236}">
                <a16:creationId xmlns:a16="http://schemas.microsoft.com/office/drawing/2014/main" id="{961CC990-39F9-4D24-989B-5008654D973C}"/>
              </a:ext>
            </a:extLst>
          </p:cNvPr>
          <p:cNvSpPr>
            <a:spLocks xmlns:a="http://schemas.openxmlformats.org/drawingml/2006/main" noGrp="1"/>
          </p:cNvSpPr>
          <p:nvPr/>
        </p:nvSpPr>
        <p:spPr>
          <a:xfrm xmlns:a="http://schemas.openxmlformats.org/drawingml/2006/main">
            <a:off x="4743450"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Deploy</a:t>
            </a:r>
          </a:p>
        </p:txBody>
      </p:sp>
      <p:sp>
        <p:nvSpPr>
          <p:cNvPr id="10" name="Verify a real call">
            <a:extLst xmlns:a="http://schemas.openxmlformats.org/drawingml/2006/main">
              <a:ext uri="{FF2B5EF4-FFF2-40B4-BE49-F238E27FC236}">
                <a16:creationId xmlns:a16="http://schemas.microsoft.com/office/drawing/2014/main" id="{923E1A74-2622-4F49-AB82-C6E7EC1BB10A}"/>
              </a:ext>
            </a:extLst>
          </p:cNvPr>
          <p:cNvSpPr>
            <a:spLocks xmlns:a="http://schemas.openxmlformats.org/drawingml/2006/main" noGrp="1"/>
          </p:cNvSpPr>
          <p:nvPr/>
        </p:nvSpPr>
        <p:spPr>
          <a:xfrm xmlns:a="http://schemas.openxmlformats.org/drawingml/2006/main">
            <a:off x="4743450"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Verify a real call</a:t>
            </a:r>
          </a:p>
        </p:txBody>
      </p:sp>
      <p:sp>
        <p:nvSpPr>
          <p:cNvPr id="11" name="04">
            <a:extLst xmlns:a="http://schemas.openxmlformats.org/drawingml/2006/main">
              <a:ext uri="{FF2B5EF4-FFF2-40B4-BE49-F238E27FC236}">
                <a16:creationId xmlns:a16="http://schemas.microsoft.com/office/drawing/2014/main" id="{7B354210-29FE-457F-BB32-3104A35C8150}"/>
              </a:ext>
            </a:extLst>
          </p:cNvPr>
          <p:cNvSpPr>
            <a:spLocks xmlns:a="http://schemas.openxmlformats.org/drawingml/2006/main" noGrp="1"/>
          </p:cNvSpPr>
          <p:nvPr/>
        </p:nvSpPr>
        <p:spPr>
          <a:xfrm xmlns:a="http://schemas.openxmlformats.org/drawingml/2006/main">
            <a:off x="6886575" y="168592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3A64E4"/>
                </a:solidFill>
                <a:latin typeface="Space Grotesk"/>
                <a:ea typeface="Space Grotesk"/>
                <a:cs typeface="Space Grotesk"/>
              </a:defRPr>
            </a:defPPr>
          </a:lstStyle>
          <a:p xmlns:a="http://schemas.openxmlformats.org/drawingml/2006/main">
            <a:pPr algn="l">
              <a:defRPr sz="1650" b="0">
                <a:solidFill>
                  <a:srgbClr val="3A64E4"/>
                </a:solidFill>
                <a:latin typeface="Space Grotesk"/>
                <a:ea typeface="Space Grotesk"/>
                <a:cs typeface="Space Grotesk"/>
              </a:defRPr>
            </a:pPr>
            <a:r>
              <a:rPr sz="1650" b="0">
                <a:solidFill>
                  <a:srgbClr val="3A64E4"/>
                </a:solidFill>
                <a:latin typeface="Space Grotesk"/>
                <a:ea typeface="Space Grotesk"/>
                <a:cs typeface="Space Grotesk"/>
              </a:rPr>
              <a:t>04</a:t>
            </a:r>
          </a:p>
        </p:txBody>
      </p:sp>
      <p:sp>
        <p:nvSpPr>
          <p:cNvPr id="12" name="Monitor">
            <a:extLst xmlns:a="http://schemas.openxmlformats.org/drawingml/2006/main">
              <a:ext uri="{FF2B5EF4-FFF2-40B4-BE49-F238E27FC236}">
                <a16:creationId xmlns:a16="http://schemas.microsoft.com/office/drawing/2014/main" id="{8949FB0C-CD40-4F70-A8EC-E2659D3DF553}"/>
              </a:ext>
            </a:extLst>
          </p:cNvPr>
          <p:cNvSpPr>
            <a:spLocks xmlns:a="http://schemas.openxmlformats.org/drawingml/2006/main" noGrp="1"/>
          </p:cNvSpPr>
          <p:nvPr/>
        </p:nvSpPr>
        <p:spPr>
          <a:xfrm xmlns:a="http://schemas.openxmlformats.org/drawingml/2006/main">
            <a:off x="6886575" y="2152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FFFFFF"/>
                </a:solidFill>
                <a:latin typeface="Space Grotesk"/>
                <a:ea typeface="Space Grotesk"/>
                <a:cs typeface="Space Grotesk"/>
              </a:defRPr>
            </a:defPPr>
          </a:lstStyle>
          <a:p xmlns:a="http://schemas.openxmlformats.org/drawingml/2006/main">
            <a:pPr algn="l">
              <a:defRPr sz="2325" b="1">
                <a:solidFill>
                  <a:srgbClr val="FFFFFF"/>
                </a:solidFill>
                <a:latin typeface="Space Grotesk"/>
                <a:ea typeface="Space Grotesk"/>
                <a:cs typeface="Space Grotesk"/>
              </a:defRPr>
            </a:pPr>
            <a:r>
              <a:rPr sz="2325" b="1">
                <a:solidFill>
                  <a:srgbClr val="FFFFFF"/>
                </a:solidFill>
                <a:latin typeface="Space Grotesk"/>
                <a:ea typeface="Space Grotesk"/>
                <a:cs typeface="Space Grotesk"/>
              </a:rPr>
              <a:t>Monitor</a:t>
            </a:r>
          </a:p>
        </p:txBody>
      </p:sp>
      <p:sp>
        <p:nvSpPr>
          <p:cNvPr id="13" name="Investigate change">
            <a:extLst xmlns:a="http://schemas.openxmlformats.org/drawingml/2006/main">
              <a:ext uri="{FF2B5EF4-FFF2-40B4-BE49-F238E27FC236}">
                <a16:creationId xmlns:a16="http://schemas.microsoft.com/office/drawing/2014/main" id="{B4FA1354-D7F9-4BF0-BBE4-94B588805B01}"/>
              </a:ext>
            </a:extLst>
          </p:cNvPr>
          <p:cNvSpPr>
            <a:spLocks xmlns:a="http://schemas.openxmlformats.org/drawingml/2006/main" noGrp="1"/>
          </p:cNvSpPr>
          <p:nvPr/>
        </p:nvSpPr>
        <p:spPr>
          <a:xfrm xmlns:a="http://schemas.openxmlformats.org/drawingml/2006/main">
            <a:off x="6886575" y="28670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8C4CC"/>
                </a:solidFill>
                <a:latin typeface="Space Grotesk"/>
                <a:ea typeface="Space Grotesk"/>
                <a:cs typeface="Space Grotesk"/>
              </a:defRPr>
            </a:defPPr>
          </a:lstStyle>
          <a:p xmlns:a="http://schemas.openxmlformats.org/drawingml/2006/main">
            <a:pPr algn="l">
              <a:defRPr sz="1800" b="0">
                <a:solidFill>
                  <a:srgbClr val="B8C4CC"/>
                </a:solidFill>
                <a:latin typeface="Space Grotesk"/>
                <a:ea typeface="Space Grotesk"/>
                <a:cs typeface="Space Grotesk"/>
              </a:defRPr>
            </a:pPr>
            <a:r>
              <a:rPr sz="1800" b="0">
                <a:solidFill>
                  <a:srgbClr val="B8C4CC"/>
                </a:solidFill>
                <a:latin typeface="Space Grotesk"/>
                <a:ea typeface="Space Grotesk"/>
                <a:cs typeface="Space Grotesk"/>
              </a:rPr>
              <a:t>Investigate change</a:t>
            </a:r>
          </a:p>
        </p:txBody>
      </p:sp>
      <p:sp>
        <p:nvSpPr>
          <p:cNvPr id="14" name="Can you explain one prediction from click to response?">
            <a:extLst xmlns:a="http://schemas.openxmlformats.org/drawingml/2006/main">
              <a:ext uri="{FF2B5EF4-FFF2-40B4-BE49-F238E27FC236}">
                <a16:creationId xmlns:a16="http://schemas.microsoft.com/office/drawing/2014/main" id="{E11CE8CB-7AB9-4859-A458-28636756FC57}"/>
              </a:ext>
            </a:extLst>
          </p:cNvPr>
          <p:cNvSpPr>
            <a:spLocks xmlns:a="http://schemas.openxmlformats.org/drawingml/2006/main" noGrp="1"/>
          </p:cNvSpPr>
          <p:nvPr/>
        </p:nvSpPr>
        <p:spPr>
          <a:xfrm xmlns:a="http://schemas.openxmlformats.org/drawingml/2006/main">
            <a:off x="457200" y="4171950"/>
            <a:ext cx="714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B8C4CC"/>
                </a:solidFill>
                <a:latin typeface="Space Grotesk"/>
                <a:ea typeface="Space Grotesk"/>
                <a:cs typeface="Space Grotesk"/>
              </a:defRPr>
            </a:defPPr>
          </a:lstStyle>
          <a:p xmlns:a="http://schemas.openxmlformats.org/drawingml/2006/main">
            <a:pPr algn="l">
              <a:defRPr sz="1500" b="0">
                <a:solidFill>
                  <a:srgbClr val="B8C4CC"/>
                </a:solidFill>
                <a:latin typeface="Space Grotesk"/>
                <a:ea typeface="Space Grotesk"/>
                <a:cs typeface="Space Grotesk"/>
              </a:defRPr>
            </a:pPr>
            <a:r>
              <a:rPr sz="1500" b="0">
                <a:solidFill>
                  <a:srgbClr val="B8C4CC"/>
                </a:solidFill>
                <a:latin typeface="Space Grotesk"/>
                <a:ea typeface="Space Grotesk"/>
                <a:cs typeface="Space Grotesk"/>
              </a:rPr>
              <a:t>Can you explain one prediction from click to response?</a:t>
            </a:r>
          </a:p>
        </p:txBody>
      </p:sp>
      <p:sp>
        <p:nvSpPr>
          <p:cNvPr id="15" name="37">
            <a:extLst xmlns:a="http://schemas.openxmlformats.org/drawingml/2006/main">
              <a:ext uri="{FF2B5EF4-FFF2-40B4-BE49-F238E27FC236}">
                <a16:creationId xmlns:a16="http://schemas.microsoft.com/office/drawing/2014/main" id="{EB471E95-692A-4DE2-9C68-8260D5F51FBA}"/>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37</a:t>
            </a:r>
          </a:p>
        </p:txBody>
      </p:sp>
    </p:spTree>
    <p:extLst>
      <p:ext uri="{BB962C8B-B14F-4D97-AF65-F5344CB8AC3E}">
        <p14:creationId xmlns:p14="http://schemas.microsoft.com/office/powerpoint/2010/main" val="64851087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5" name="Questions?">
            <a:extLst xmlns:a="http://schemas.openxmlformats.org/drawingml/2006/main">
              <a:ext uri="{FF2B5EF4-FFF2-40B4-BE49-F238E27FC236}">
                <a16:creationId xmlns:a16="http://schemas.microsoft.com/office/drawing/2014/main" id="{1E0A72F0-DA6A-4C10-B200-16951FF421AE}"/>
              </a:ext>
            </a:extLst>
          </p:cNvPr>
          <p:cNvSpPr>
            <a:spLocks xmlns:a="http://schemas.openxmlformats.org/drawingml/2006/main" noGrp="1"/>
          </p:cNvSpPr>
          <p:nvPr/>
        </p:nvSpPr>
        <p:spPr>
          <a:xfrm xmlns:a="http://schemas.openxmlformats.org/drawingml/2006/main">
            <a:off x="457200" y="1476375"/>
            <a:ext cx="8229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4200" b="1">
                <a:solidFill>
                  <a:srgbClr val="FFFFFF"/>
                </a:solidFill>
                <a:latin typeface="Space Grotesk"/>
                <a:ea typeface="Space Grotesk"/>
                <a:cs typeface="Space Grotesk"/>
              </a:defRPr>
            </a:defPPr>
          </a:lstStyle>
          <a:p xmlns:a="http://schemas.openxmlformats.org/drawingml/2006/main">
            <a:pPr algn="ctr">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Questions?</a:t>
            </a:r>
          </a:p>
        </p:txBody>
      </p:sp>
      <p:sp>
        <p:nvSpPr>
          <p:cNvPr id="2" name="What would you deploy next?">
            <a:extLst xmlns:a="http://schemas.openxmlformats.org/drawingml/2006/main">
              <a:ext uri="{FF2B5EF4-FFF2-40B4-BE49-F238E27FC236}">
                <a16:creationId xmlns:a16="http://schemas.microsoft.com/office/drawing/2014/main" id="{29FD1DF0-1F32-4AA7-B383-0AC7C903B17B}"/>
              </a:ext>
            </a:extLst>
          </p:cNvPr>
          <p:cNvSpPr>
            <a:spLocks xmlns:a="http://schemas.openxmlformats.org/drawingml/2006/main" noGrp="1"/>
          </p:cNvSpPr>
          <p:nvPr/>
        </p:nvSpPr>
        <p:spPr>
          <a:xfrm xmlns:a="http://schemas.openxmlformats.org/drawingml/2006/main">
            <a:off x="457200" y="2619375"/>
            <a:ext cx="822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400" b="0">
                <a:solidFill>
                  <a:srgbClr val="CA2352"/>
                </a:solidFill>
                <a:latin typeface="Space Grotesk"/>
                <a:ea typeface="Space Grotesk"/>
                <a:cs typeface="Space Grotesk"/>
              </a:defRPr>
            </a:defPPr>
          </a:lstStyle>
          <a:p xmlns:a="http://schemas.openxmlformats.org/drawingml/2006/main">
            <a:pPr algn="ctr">
              <a:defRPr sz="2400" b="0">
                <a:solidFill>
                  <a:srgbClr val="CA2352"/>
                </a:solidFill>
                <a:latin typeface="Space Grotesk"/>
                <a:ea typeface="Space Grotesk"/>
                <a:cs typeface="Space Grotesk"/>
              </a:defRPr>
            </a:pPr>
            <a:r>
              <a:rPr sz="2400" b="0">
                <a:solidFill>
                  <a:srgbClr val="CA2352"/>
                </a:solidFill>
                <a:latin typeface="Space Grotesk"/>
                <a:ea typeface="Space Grotesk"/>
                <a:cs typeface="Space Grotesk"/>
              </a:rPr>
              <a:t>What would you deploy next?</a:t>
            </a:r>
          </a:p>
        </p:txBody>
      </p:sp>
      <p:sp>
        <p:nvSpPr>
          <p:cNvPr id="3" name="Thanks for building with SoDA">
            <a:extLst xmlns:a="http://schemas.openxmlformats.org/drawingml/2006/main">
              <a:ext uri="{FF2B5EF4-FFF2-40B4-BE49-F238E27FC236}">
                <a16:creationId xmlns:a16="http://schemas.microsoft.com/office/drawing/2014/main" id="{4641CC08-E363-470A-ABCB-9D96AAF2825D}"/>
              </a:ext>
            </a:extLst>
          </p:cNvPr>
          <p:cNvSpPr>
            <a:spLocks xmlns:a="http://schemas.openxmlformats.org/drawingml/2006/main" noGrp="1"/>
          </p:cNvSpPr>
          <p:nvPr/>
        </p:nvSpPr>
        <p:spPr>
          <a:xfrm xmlns:a="http://schemas.openxmlformats.org/drawingml/2006/main">
            <a:off x="457200" y="3571875"/>
            <a:ext cx="822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000" b="0">
                <a:solidFill>
                  <a:srgbClr val="B8C4CC"/>
                </a:solidFill>
                <a:latin typeface="Space Grotesk"/>
                <a:ea typeface="Space Grotesk"/>
                <a:cs typeface="Space Grotesk"/>
              </a:defRPr>
            </a:defPPr>
          </a:lstStyle>
          <a:p xmlns:a="http://schemas.openxmlformats.org/drawingml/2006/main">
            <a:pPr algn="ctr">
              <a:defRPr sz="2000" b="0">
                <a:solidFill>
                  <a:srgbClr val="B8C4CC"/>
                </a:solidFill>
                <a:latin typeface="Space Grotesk"/>
                <a:ea typeface="Space Grotesk"/>
                <a:cs typeface="Space Grotesk"/>
              </a:defRPr>
            </a:pPr>
            <a:r>
              <a:rPr sz="2000" b="0">
                <a:solidFill>
                  <a:srgbClr val="B8C4CC"/>
                </a:solidFill>
                <a:latin typeface="Space Grotesk"/>
                <a:ea typeface="Space Grotesk"/>
                <a:cs typeface="Space Grotesk"/>
              </a:rPr>
              <a:t>Thanks for building with SoDA</a:t>
            </a:r>
          </a:p>
        </p:txBody>
      </p:sp>
      <p:sp>
        <p:nvSpPr>
          <p:cNvPr id="4" name="38">
            <a:extLst xmlns:a="http://schemas.openxmlformats.org/drawingml/2006/main">
              <a:ext uri="{FF2B5EF4-FFF2-40B4-BE49-F238E27FC236}">
                <a16:creationId xmlns:a16="http://schemas.microsoft.com/office/drawing/2014/main" id="{2C615BBF-C290-4EA6-9C60-34ABB7A51AB4}"/>
              </a:ext>
            </a:extLst>
          </p:cNvPr>
          <p:cNvSpPr>
            <a:spLocks xmlns:a="http://schemas.openxmlformats.org/drawingml/2006/main" noGrp="1"/>
          </p:cNvSpPr>
          <p:nvPr/>
        </p:nvSpPr>
        <p:spPr>
          <a:xfrm xmlns:a="http://schemas.openxmlformats.org/drawingml/2006/main">
            <a:off x="457200" y="47720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B8C4CC"/>
                </a:solidFill>
                <a:latin typeface="Space Grotesk"/>
                <a:ea typeface="Space Grotesk"/>
                <a:cs typeface="Space Grotesk"/>
              </a:defRPr>
            </a:defPPr>
          </a:lstStyle>
          <a:p xmlns:a="http://schemas.openxmlformats.org/drawingml/2006/main">
            <a:pPr algn="l">
              <a:defRPr sz="1050" b="0">
                <a:solidFill>
                  <a:srgbClr val="B8C4CC"/>
                </a:solidFill>
                <a:latin typeface="Space Grotesk"/>
                <a:ea typeface="Space Grotesk"/>
                <a:cs typeface="Space Grotesk"/>
              </a:defRPr>
            </a:pPr>
            <a:r>
              <a:rPr sz="1050" b="0">
                <a:solidFill>
                  <a:srgbClr val="B8C4CC"/>
                </a:solidFill>
                <a:latin typeface="Space Grotesk"/>
                <a:ea typeface="Space Grotesk"/>
                <a:cs typeface="Space Grotesk"/>
              </a:rPr>
              <a:t>38</a:t>
            </a:r>
          </a:p>
        </p:txBody>
      </p:sp>
    </p:spTree>
    <p:extLst>
      <p:ext uri="{BB962C8B-B14F-4D97-AF65-F5344CB8AC3E}">
        <p14:creationId xmlns:p14="http://schemas.microsoft.com/office/powerpoint/2010/main" val="648510871"/>
      </p:ext>
    </p:extLst>
  </p:cSld>
</p:sld>
</file>

<file path=ppt/theme/theme1.xml><?xml version="1.0" encoding="utf-8"?>
<a:theme xmlns:a="http://schemas.openxmlformats.org/drawingml/2006/main" name="SoDA Dark">
  <a:themeElements>
    <a:clrScheme name="Simple Dark">
      <a:dk1>
        <a:srgbClr val="FFFFFF"/>
      </a:dk1>
      <a:lt1>
        <a:srgbClr val="212121"/>
      </a:lt1>
      <a:dk2>
        <a:srgbClr val="303030"/>
      </a:dk2>
      <a:lt2>
        <a:srgbClr val="ADADAD"/>
      </a:lt2>
      <a:accent1>
        <a:srgbClr val="3A64A4"/>
      </a:accent1>
      <a:accent2>
        <a:srgbClr val="0073BB"/>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2026-10-17T21:32:18.6510000Z</dcterms:created>
  <dcterms:modified xsi:type="dcterms:W3CDTF">2026-10-17T21:32:18.6510000Z</dcterms:modified>
</coreProperties>
</file>